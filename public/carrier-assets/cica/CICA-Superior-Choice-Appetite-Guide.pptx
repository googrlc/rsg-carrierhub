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sldIdLst>
    <p:sldId id="278" r:id="rId2"/>
    <p:sldId id="257" r:id="rId3"/>
    <p:sldId id="260" r:id="rId4"/>
    <p:sldId id="262" r:id="rId5"/>
    <p:sldId id="261" r:id="rId6"/>
    <p:sldId id="279" r:id="rId7"/>
    <p:sldId id="292" r:id="rId8"/>
    <p:sldId id="295" r:id="rId9"/>
    <p:sldId id="294" r:id="rId10"/>
    <p:sldId id="293" r:id="rId11"/>
    <p:sldId id="263" r:id="rId12"/>
    <p:sldId id="264" r:id="rId13"/>
    <p:sldId id="267" r:id="rId14"/>
    <p:sldId id="298" r:id="rId15"/>
    <p:sldId id="297" r:id="rId16"/>
    <p:sldId id="296" r:id="rId17"/>
    <p:sldId id="265" r:id="rId18"/>
    <p:sldId id="276" r:id="rId19"/>
    <p:sldId id="277" r:id="rId20"/>
    <p:sldId id="270" r:id="rId21"/>
    <p:sldId id="271" r:id="rId22"/>
    <p:sldId id="272" r:id="rId23"/>
    <p:sldId id="274" r:id="rId24"/>
    <p:sldId id="273" r:id="rId25"/>
    <p:sldId id="275" r:id="rId26"/>
    <p:sldId id="300" r:id="rId27"/>
    <p:sldId id="303" r:id="rId28"/>
    <p:sldId id="302" r:id="rId29"/>
    <p:sldId id="301" r:id="rId30"/>
    <p:sldId id="283" r:id="rId31"/>
    <p:sldId id="305" r:id="rId32"/>
    <p:sldId id="304" r:id="rId33"/>
    <p:sldId id="290" r:id="rId34"/>
    <p:sldId id="307" r:id="rId35"/>
    <p:sldId id="306" r:id="rId36"/>
    <p:sldId id="281" r:id="rId37"/>
    <p:sldId id="286" r:id="rId38"/>
    <p:sldId id="287" r:id="rId39"/>
    <p:sldId id="288" r:id="rId40"/>
    <p:sldId id="289" r:id="rId41"/>
    <p:sldId id="291" r:id="rId42"/>
    <p:sldId id="299" r:id="rId43"/>
    <p:sldId id="285" r:id="rId44"/>
    <p:sldId id="266" r:id="rId45"/>
    <p:sldId id="280"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408"/>
    <p:restoredTop sz="94696"/>
  </p:normalViewPr>
  <p:slideViewPr>
    <p:cSldViewPr snapToGrid="0">
      <p:cViewPr varScale="1">
        <p:scale>
          <a:sx n="97" d="100"/>
          <a:sy n="97" d="100"/>
        </p:scale>
        <p:origin x="232" y="1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ata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ata3.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ata4.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ata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ata6.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ata7.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ata8.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ata9.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ata10.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diagrams/_rels/data11.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diagrams/_rels/data12.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diagrams/_rels/data13.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diagrams/_rels/data14.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diagrams/_rels/data15.xml.rels><?xml version="1.0" encoding="UTF-8" standalone="yes"?>
<Relationships xmlns="http://schemas.openxmlformats.org/package/2006/relationships"><Relationship Id="rId3" Type="http://schemas.openxmlformats.org/officeDocument/2006/relationships/hyperlink" Target="mailto:nb@citizensinc.com" TargetMode="External"/><Relationship Id="rId2" Type="http://schemas.openxmlformats.org/officeDocument/2006/relationships/hyperlink" Target="mailto:PHS.usa@citizensinc.com" TargetMode="External"/><Relationship Id="rId1" Type="http://schemas.openxmlformats.org/officeDocument/2006/relationships/hyperlink" Target="mailto:cps@citizensinc.com" TargetMode="External"/><Relationship Id="rId4" Type="http://schemas.openxmlformats.org/officeDocument/2006/relationships/hyperlink" Target="mailto:Claims@citizensinc.com" TargetMode="External"/></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3.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4.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6.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7.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8.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9.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10.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diagrams/_rels/drawing11.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diagrams/_rels/drawing12.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diagrams/_rels/drawing13.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diagrams/_rels/drawing14.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diagrams/_rels/drawing15.xml.rels><?xml version="1.0" encoding="UTF-8" standalone="yes"?>
<Relationships xmlns="http://schemas.openxmlformats.org/package/2006/relationships"><Relationship Id="rId3" Type="http://schemas.openxmlformats.org/officeDocument/2006/relationships/hyperlink" Target="mailto:nb@citizensinc.com" TargetMode="External"/><Relationship Id="rId2" Type="http://schemas.openxmlformats.org/officeDocument/2006/relationships/hyperlink" Target="mailto:PHS.usa@citizensinc.com" TargetMode="External"/><Relationship Id="rId1" Type="http://schemas.openxmlformats.org/officeDocument/2006/relationships/hyperlink" Target="mailto:cps@citizensinc.com" TargetMode="External"/><Relationship Id="rId4" Type="http://schemas.openxmlformats.org/officeDocument/2006/relationships/hyperlink" Target="mailto:Claims@citizensinc.com" TargetMode="External"/></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bg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a:alpha val="0"/>
      </a:schemeClr>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bg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a:alpha val="0"/>
      </a:schemeClr>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bg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a:alpha val="0"/>
      </a:schemeClr>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bg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a:alpha val="0"/>
      </a:schemeClr>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18/5/colors/Iconchunking_neutralbg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a:alpha val="0"/>
      </a:schemeClr>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E78CF6-2BFD-4038-BE93-FF0A755DD84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CEAC97C-2843-4D59-88EB-7A2D11DCAEBF}">
      <dgm:prSet custT="1"/>
      <dgm:spPr/>
      <dgm:t>
        <a:bodyPr/>
        <a:lstStyle/>
        <a:p>
          <a:pPr>
            <a:lnSpc>
              <a:spcPct val="100000"/>
            </a:lnSpc>
          </a:pPr>
          <a:r>
            <a:rPr lang="en-US" sz="2800" dirty="0"/>
            <a:t>●  No Height/Weight requirement </a:t>
          </a:r>
        </a:p>
      </dgm:t>
    </dgm:pt>
    <dgm:pt modelId="{1489EFFC-B7D2-48B2-B7AE-1C2861ABF8BA}" type="parTrans" cxnId="{E805DC50-4FC2-4BD5-9E51-BEF8F022655F}">
      <dgm:prSet/>
      <dgm:spPr/>
      <dgm:t>
        <a:bodyPr/>
        <a:lstStyle/>
        <a:p>
          <a:endParaRPr lang="en-US"/>
        </a:p>
      </dgm:t>
    </dgm:pt>
    <dgm:pt modelId="{4595C9C6-9132-4E98-9862-C1B6B39A6EDF}" type="sibTrans" cxnId="{E805DC50-4FC2-4BD5-9E51-BEF8F022655F}">
      <dgm:prSet/>
      <dgm:spPr/>
      <dgm:t>
        <a:bodyPr/>
        <a:lstStyle/>
        <a:p>
          <a:endParaRPr lang="en-US"/>
        </a:p>
      </dgm:t>
    </dgm:pt>
    <dgm:pt modelId="{2CA29A24-5826-4DF3-A01F-9322A6FDF3FC}">
      <dgm:prSet custT="1"/>
      <dgm:spPr/>
      <dgm:t>
        <a:bodyPr/>
        <a:lstStyle/>
        <a:p>
          <a:pPr>
            <a:lnSpc>
              <a:spcPct val="100000"/>
            </a:lnSpc>
          </a:pPr>
          <a:r>
            <a:rPr lang="en-US" sz="2800" dirty="0"/>
            <a:t>●  Issue age is age of </a:t>
          </a:r>
          <a:r>
            <a:rPr lang="en-US" sz="2800" b="1" dirty="0"/>
            <a:t>LAST</a:t>
          </a:r>
          <a:r>
            <a:rPr lang="en-US" sz="2800" dirty="0"/>
            <a:t> birthday </a:t>
          </a:r>
        </a:p>
      </dgm:t>
    </dgm:pt>
    <dgm:pt modelId="{12129BF1-631A-4690-BDFF-4BCA03782204}" type="parTrans" cxnId="{5193613F-331B-40F7-98F2-4FC003BC1B5F}">
      <dgm:prSet/>
      <dgm:spPr/>
      <dgm:t>
        <a:bodyPr/>
        <a:lstStyle/>
        <a:p>
          <a:endParaRPr lang="en-US"/>
        </a:p>
      </dgm:t>
    </dgm:pt>
    <dgm:pt modelId="{ECDFCD50-50F0-44F9-9AAD-C806EC9F4DF8}" type="sibTrans" cxnId="{5193613F-331B-40F7-98F2-4FC003BC1B5F}">
      <dgm:prSet/>
      <dgm:spPr/>
      <dgm:t>
        <a:bodyPr/>
        <a:lstStyle/>
        <a:p>
          <a:endParaRPr lang="en-US"/>
        </a:p>
      </dgm:t>
    </dgm:pt>
    <dgm:pt modelId="{EE0AB4E3-5AED-4F75-9637-4D11F6189E3B}">
      <dgm:prSet custT="1"/>
      <dgm:spPr/>
      <dgm:t>
        <a:bodyPr/>
        <a:lstStyle/>
        <a:p>
          <a:pPr>
            <a:lnSpc>
              <a:spcPct val="100000"/>
            </a:lnSpc>
          </a:pPr>
          <a:r>
            <a:rPr lang="en-US" sz="2800" dirty="0"/>
            <a:t>●  No MIB or RX </a:t>
          </a:r>
        </a:p>
      </dgm:t>
    </dgm:pt>
    <dgm:pt modelId="{5D248CCD-E269-4792-A082-8DA7FBFC4DF8}" type="parTrans" cxnId="{0ACCA180-F26D-4712-9A47-00C3E40F7354}">
      <dgm:prSet/>
      <dgm:spPr/>
      <dgm:t>
        <a:bodyPr/>
        <a:lstStyle/>
        <a:p>
          <a:endParaRPr lang="en-US"/>
        </a:p>
      </dgm:t>
    </dgm:pt>
    <dgm:pt modelId="{E6180E07-FDDF-4A5A-BE39-C4BA17093C4B}" type="sibTrans" cxnId="{0ACCA180-F26D-4712-9A47-00C3E40F7354}">
      <dgm:prSet/>
      <dgm:spPr/>
      <dgm:t>
        <a:bodyPr/>
        <a:lstStyle/>
        <a:p>
          <a:endParaRPr lang="en-US"/>
        </a:p>
      </dgm:t>
    </dgm:pt>
    <dgm:pt modelId="{0C6D0D3B-7FF5-4771-8FDF-B6F0DC716DBB}">
      <dgm:prSet custT="1"/>
      <dgm:spPr/>
      <dgm:t>
        <a:bodyPr/>
        <a:lstStyle/>
        <a:p>
          <a:pPr>
            <a:lnSpc>
              <a:spcPct val="100000"/>
            </a:lnSpc>
          </a:pPr>
          <a:r>
            <a:rPr lang="en-US" sz="2800" dirty="0"/>
            <a:t>●  No tobacco usage question </a:t>
          </a:r>
        </a:p>
      </dgm:t>
    </dgm:pt>
    <dgm:pt modelId="{4B2C8CA9-A54F-4AE2-8EAE-FE8A5AE328FF}" type="parTrans" cxnId="{D8238E7B-C36C-4BC4-A775-2A9BE91805DE}">
      <dgm:prSet/>
      <dgm:spPr/>
      <dgm:t>
        <a:bodyPr/>
        <a:lstStyle/>
        <a:p>
          <a:endParaRPr lang="en-US"/>
        </a:p>
      </dgm:t>
    </dgm:pt>
    <dgm:pt modelId="{A46A6B06-536C-428F-9490-C96283D91B5F}" type="sibTrans" cxnId="{D8238E7B-C36C-4BC4-A775-2A9BE91805DE}">
      <dgm:prSet/>
      <dgm:spPr/>
      <dgm:t>
        <a:bodyPr/>
        <a:lstStyle/>
        <a:p>
          <a:endParaRPr lang="en-US"/>
        </a:p>
      </dgm:t>
    </dgm:pt>
    <dgm:pt modelId="{5DF36309-3171-43F6-930C-BBEE452FA541}">
      <dgm:prSet custT="1"/>
      <dgm:spPr/>
      <dgm:t>
        <a:bodyPr/>
        <a:lstStyle/>
        <a:p>
          <a:pPr>
            <a:lnSpc>
              <a:spcPct val="100000"/>
            </a:lnSpc>
          </a:pPr>
          <a:r>
            <a:rPr lang="en-US" sz="2800" dirty="0"/>
            <a:t>●  Physician information is recommended but is not required </a:t>
          </a:r>
        </a:p>
      </dgm:t>
    </dgm:pt>
    <dgm:pt modelId="{A45B927D-16F2-4FD2-BE7A-73BEC5B775A8}" type="parTrans" cxnId="{389D4B72-4E30-4196-BC8D-8949B3F3A74B}">
      <dgm:prSet/>
      <dgm:spPr/>
      <dgm:t>
        <a:bodyPr/>
        <a:lstStyle/>
        <a:p>
          <a:endParaRPr lang="en-US"/>
        </a:p>
      </dgm:t>
    </dgm:pt>
    <dgm:pt modelId="{84102D27-A79C-4CF5-853E-5AB258FABAA7}" type="sibTrans" cxnId="{389D4B72-4E30-4196-BC8D-8949B3F3A74B}">
      <dgm:prSet/>
      <dgm:spPr/>
      <dgm:t>
        <a:bodyPr/>
        <a:lstStyle/>
        <a:p>
          <a:endParaRPr lang="en-US"/>
        </a:p>
      </dgm:t>
    </dgm:pt>
    <dgm:pt modelId="{278D7406-5C30-4A8C-A0A7-C3ABD4F3DD74}" type="pres">
      <dgm:prSet presAssocID="{4EE78CF6-2BFD-4038-BE93-FF0A755DD84A}" presName="root" presStyleCnt="0">
        <dgm:presLayoutVars>
          <dgm:dir/>
          <dgm:resizeHandles val="exact"/>
        </dgm:presLayoutVars>
      </dgm:prSet>
      <dgm:spPr/>
    </dgm:pt>
    <dgm:pt modelId="{622CD6D0-2435-4D5C-B1AB-0ED81900DBCE}" type="pres">
      <dgm:prSet presAssocID="{1CEAC97C-2843-4D59-88EB-7A2D11DCAEBF}" presName="compNode" presStyleCnt="0"/>
      <dgm:spPr/>
    </dgm:pt>
    <dgm:pt modelId="{C375F11D-437D-43C2-A0B7-FF6C6FD1E36E}" type="pres">
      <dgm:prSet presAssocID="{1CEAC97C-2843-4D59-88EB-7A2D11DCAEBF}" presName="bgRect" presStyleLbl="bgShp" presStyleIdx="0" presStyleCnt="5" custLinFactY="-36344" custLinFactNeighborX="-6625" custLinFactNeighborY="-100000"/>
      <dgm:spPr>
        <a:solidFill>
          <a:schemeClr val="accent1">
            <a:lumMod val="20000"/>
            <a:lumOff val="80000"/>
          </a:schemeClr>
        </a:solidFill>
      </dgm:spPr>
    </dgm:pt>
    <dgm:pt modelId="{5E204BBD-F045-4691-BE9B-04CEDE6C9774}" type="pres">
      <dgm:prSet presAssocID="{1CEAC97C-2843-4D59-88EB-7A2D11DCAEB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ale"/>
        </a:ext>
      </dgm:extLst>
    </dgm:pt>
    <dgm:pt modelId="{5CFDA068-FB93-4B93-9CEC-771852803A73}" type="pres">
      <dgm:prSet presAssocID="{1CEAC97C-2843-4D59-88EB-7A2D11DCAEBF}" presName="spaceRect" presStyleCnt="0"/>
      <dgm:spPr/>
    </dgm:pt>
    <dgm:pt modelId="{4ECC9702-40BF-4D84-AAF6-AFF7E1685151}" type="pres">
      <dgm:prSet presAssocID="{1CEAC97C-2843-4D59-88EB-7A2D11DCAEBF}" presName="parTx" presStyleLbl="revTx" presStyleIdx="0" presStyleCnt="5">
        <dgm:presLayoutVars>
          <dgm:chMax val="0"/>
          <dgm:chPref val="0"/>
        </dgm:presLayoutVars>
      </dgm:prSet>
      <dgm:spPr/>
    </dgm:pt>
    <dgm:pt modelId="{994F52D7-8AC0-4E60-8858-27564764338D}" type="pres">
      <dgm:prSet presAssocID="{4595C9C6-9132-4E98-9862-C1B6B39A6EDF}" presName="sibTrans" presStyleCnt="0"/>
      <dgm:spPr/>
    </dgm:pt>
    <dgm:pt modelId="{5A8F8F92-228D-46F5-9143-E36731D85A0B}" type="pres">
      <dgm:prSet presAssocID="{2CA29A24-5826-4DF3-A01F-9322A6FDF3FC}" presName="compNode" presStyleCnt="0"/>
      <dgm:spPr/>
    </dgm:pt>
    <dgm:pt modelId="{4257E664-8B3E-4C1A-8BB3-15DA77BBD405}" type="pres">
      <dgm:prSet presAssocID="{2CA29A24-5826-4DF3-A01F-9322A6FDF3FC}" presName="bgRect" presStyleLbl="bgShp" presStyleIdx="1" presStyleCnt="5"/>
      <dgm:spPr>
        <a:solidFill>
          <a:schemeClr val="accent3">
            <a:lumMod val="20000"/>
            <a:lumOff val="80000"/>
          </a:schemeClr>
        </a:solidFill>
      </dgm:spPr>
    </dgm:pt>
    <dgm:pt modelId="{F885D86A-A977-4024-B06D-F63D280F2399}" type="pres">
      <dgm:prSet presAssocID="{2CA29A24-5826-4DF3-A01F-9322A6FDF3F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erson with Cane"/>
        </a:ext>
      </dgm:extLst>
    </dgm:pt>
    <dgm:pt modelId="{8672ED53-C5B4-48C0-9A55-30D60891CA2C}" type="pres">
      <dgm:prSet presAssocID="{2CA29A24-5826-4DF3-A01F-9322A6FDF3FC}" presName="spaceRect" presStyleCnt="0"/>
      <dgm:spPr/>
    </dgm:pt>
    <dgm:pt modelId="{2439DB23-9E8E-4878-B09A-0BF6C9EC3320}" type="pres">
      <dgm:prSet presAssocID="{2CA29A24-5826-4DF3-A01F-9322A6FDF3FC}" presName="parTx" presStyleLbl="revTx" presStyleIdx="1" presStyleCnt="5">
        <dgm:presLayoutVars>
          <dgm:chMax val="0"/>
          <dgm:chPref val="0"/>
        </dgm:presLayoutVars>
      </dgm:prSet>
      <dgm:spPr/>
    </dgm:pt>
    <dgm:pt modelId="{563E3491-97A5-4F89-9490-5302F31A8331}" type="pres">
      <dgm:prSet presAssocID="{ECDFCD50-50F0-44F9-9AAD-C806EC9F4DF8}" presName="sibTrans" presStyleCnt="0"/>
      <dgm:spPr/>
    </dgm:pt>
    <dgm:pt modelId="{B69A4DC4-9E39-4C74-983A-2E1B6F3AB1E3}" type="pres">
      <dgm:prSet presAssocID="{EE0AB4E3-5AED-4F75-9637-4D11F6189E3B}" presName="compNode" presStyleCnt="0"/>
      <dgm:spPr/>
    </dgm:pt>
    <dgm:pt modelId="{16CEDB17-B40A-428E-9A54-3289EDD52C3D}" type="pres">
      <dgm:prSet presAssocID="{EE0AB4E3-5AED-4F75-9637-4D11F6189E3B}" presName="bgRect" presStyleLbl="bgShp" presStyleIdx="2" presStyleCnt="5"/>
      <dgm:spPr>
        <a:solidFill>
          <a:schemeClr val="accent3">
            <a:lumMod val="20000"/>
            <a:lumOff val="80000"/>
          </a:schemeClr>
        </a:solidFill>
      </dgm:spPr>
    </dgm:pt>
    <dgm:pt modelId="{940778BA-E739-4782-94A2-8289E01A0F75}" type="pres">
      <dgm:prSet presAssocID="{EE0AB4E3-5AED-4F75-9637-4D11F6189E3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696EADF3-0EFC-4CCF-9F1F-F079AC9D2972}" type="pres">
      <dgm:prSet presAssocID="{EE0AB4E3-5AED-4F75-9637-4D11F6189E3B}" presName="spaceRect" presStyleCnt="0"/>
      <dgm:spPr/>
    </dgm:pt>
    <dgm:pt modelId="{06E9A419-2B0D-42AD-8B38-B7AB548D2288}" type="pres">
      <dgm:prSet presAssocID="{EE0AB4E3-5AED-4F75-9637-4D11F6189E3B}" presName="parTx" presStyleLbl="revTx" presStyleIdx="2" presStyleCnt="5">
        <dgm:presLayoutVars>
          <dgm:chMax val="0"/>
          <dgm:chPref val="0"/>
        </dgm:presLayoutVars>
      </dgm:prSet>
      <dgm:spPr/>
    </dgm:pt>
    <dgm:pt modelId="{62BDA72D-AEEA-447D-BC33-FE78575C05F1}" type="pres">
      <dgm:prSet presAssocID="{E6180E07-FDDF-4A5A-BE39-C4BA17093C4B}" presName="sibTrans" presStyleCnt="0"/>
      <dgm:spPr/>
    </dgm:pt>
    <dgm:pt modelId="{D91B0163-368A-46EC-AD4D-4360C75223F7}" type="pres">
      <dgm:prSet presAssocID="{0C6D0D3B-7FF5-4771-8FDF-B6F0DC716DBB}" presName="compNode" presStyleCnt="0"/>
      <dgm:spPr/>
    </dgm:pt>
    <dgm:pt modelId="{BAE13429-30E5-42DC-80D4-8BAEA0E2E40D}" type="pres">
      <dgm:prSet presAssocID="{0C6D0D3B-7FF5-4771-8FDF-B6F0DC716DBB}" presName="bgRect" presStyleLbl="bgShp" presStyleIdx="3" presStyleCnt="5"/>
      <dgm:spPr>
        <a:solidFill>
          <a:schemeClr val="accent3">
            <a:lumMod val="20000"/>
            <a:lumOff val="80000"/>
          </a:schemeClr>
        </a:solidFill>
      </dgm:spPr>
    </dgm:pt>
    <dgm:pt modelId="{798CE41C-7A18-4F41-98FA-553B44A14199}" type="pres">
      <dgm:prSet presAssocID="{0C6D0D3B-7FF5-4771-8FDF-B6F0DC716DB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moking"/>
        </a:ext>
      </dgm:extLst>
    </dgm:pt>
    <dgm:pt modelId="{2797D60A-A833-4F01-9C94-7551238BBA32}" type="pres">
      <dgm:prSet presAssocID="{0C6D0D3B-7FF5-4771-8FDF-B6F0DC716DBB}" presName="spaceRect" presStyleCnt="0"/>
      <dgm:spPr/>
    </dgm:pt>
    <dgm:pt modelId="{B55C661E-FC82-477F-8EB9-55DA9C961EDE}" type="pres">
      <dgm:prSet presAssocID="{0C6D0D3B-7FF5-4771-8FDF-B6F0DC716DBB}" presName="parTx" presStyleLbl="revTx" presStyleIdx="3" presStyleCnt="5">
        <dgm:presLayoutVars>
          <dgm:chMax val="0"/>
          <dgm:chPref val="0"/>
        </dgm:presLayoutVars>
      </dgm:prSet>
      <dgm:spPr/>
    </dgm:pt>
    <dgm:pt modelId="{E19408C8-903A-4C7E-9A04-AA9500D23516}" type="pres">
      <dgm:prSet presAssocID="{A46A6B06-536C-428F-9490-C96283D91B5F}" presName="sibTrans" presStyleCnt="0"/>
      <dgm:spPr/>
    </dgm:pt>
    <dgm:pt modelId="{8D6EFD1D-9873-472E-8375-CE474E6BF47A}" type="pres">
      <dgm:prSet presAssocID="{5DF36309-3171-43F6-930C-BBEE452FA541}" presName="compNode" presStyleCnt="0"/>
      <dgm:spPr/>
    </dgm:pt>
    <dgm:pt modelId="{AF1BC1A9-0757-446A-A862-E086729C222D}" type="pres">
      <dgm:prSet presAssocID="{5DF36309-3171-43F6-930C-BBEE452FA541}" presName="bgRect" presStyleLbl="bgShp" presStyleIdx="4" presStyleCnt="5"/>
      <dgm:spPr>
        <a:solidFill>
          <a:schemeClr val="accent3">
            <a:lumMod val="20000"/>
            <a:lumOff val="80000"/>
          </a:schemeClr>
        </a:solidFill>
      </dgm:spPr>
    </dgm:pt>
    <dgm:pt modelId="{5502FA8B-E3CC-4E58-BD96-CD4AD3D4CB45}" type="pres">
      <dgm:prSet presAssocID="{5DF36309-3171-43F6-930C-BBEE452FA541}"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ethoscope"/>
        </a:ext>
      </dgm:extLst>
    </dgm:pt>
    <dgm:pt modelId="{0FCF0271-3693-4F98-B5C1-5A7B40395443}" type="pres">
      <dgm:prSet presAssocID="{5DF36309-3171-43F6-930C-BBEE452FA541}" presName="spaceRect" presStyleCnt="0"/>
      <dgm:spPr/>
    </dgm:pt>
    <dgm:pt modelId="{B3F26F3F-B639-4BE1-A577-7B1178FECB14}" type="pres">
      <dgm:prSet presAssocID="{5DF36309-3171-43F6-930C-BBEE452FA541}" presName="parTx" presStyleLbl="revTx" presStyleIdx="4" presStyleCnt="5">
        <dgm:presLayoutVars>
          <dgm:chMax val="0"/>
          <dgm:chPref val="0"/>
        </dgm:presLayoutVars>
      </dgm:prSet>
      <dgm:spPr/>
    </dgm:pt>
  </dgm:ptLst>
  <dgm:cxnLst>
    <dgm:cxn modelId="{5193613F-331B-40F7-98F2-4FC003BC1B5F}" srcId="{4EE78CF6-2BFD-4038-BE93-FF0A755DD84A}" destId="{2CA29A24-5826-4DF3-A01F-9322A6FDF3FC}" srcOrd="1" destOrd="0" parTransId="{12129BF1-631A-4690-BDFF-4BCA03782204}" sibTransId="{ECDFCD50-50F0-44F9-9AAD-C806EC9F4DF8}"/>
    <dgm:cxn modelId="{487CD141-974D-CF44-9406-4A4A06B80C7F}" type="presOf" srcId="{5DF36309-3171-43F6-930C-BBEE452FA541}" destId="{B3F26F3F-B639-4BE1-A577-7B1178FECB14}" srcOrd="0" destOrd="0" presId="urn:microsoft.com/office/officeart/2018/2/layout/IconVerticalSolidList"/>
    <dgm:cxn modelId="{E805DC50-4FC2-4BD5-9E51-BEF8F022655F}" srcId="{4EE78CF6-2BFD-4038-BE93-FF0A755DD84A}" destId="{1CEAC97C-2843-4D59-88EB-7A2D11DCAEBF}" srcOrd="0" destOrd="0" parTransId="{1489EFFC-B7D2-48B2-B7AE-1C2861ABF8BA}" sibTransId="{4595C9C6-9132-4E98-9862-C1B6B39A6EDF}"/>
    <dgm:cxn modelId="{07BB966D-2750-B544-864C-D78E5D590F8B}" type="presOf" srcId="{1CEAC97C-2843-4D59-88EB-7A2D11DCAEBF}" destId="{4ECC9702-40BF-4D84-AAF6-AFF7E1685151}" srcOrd="0" destOrd="0" presId="urn:microsoft.com/office/officeart/2018/2/layout/IconVerticalSolidList"/>
    <dgm:cxn modelId="{389D4B72-4E30-4196-BC8D-8949B3F3A74B}" srcId="{4EE78CF6-2BFD-4038-BE93-FF0A755DD84A}" destId="{5DF36309-3171-43F6-930C-BBEE452FA541}" srcOrd="4" destOrd="0" parTransId="{A45B927D-16F2-4FD2-BE7A-73BEC5B775A8}" sibTransId="{84102D27-A79C-4CF5-853E-5AB258FABAA7}"/>
    <dgm:cxn modelId="{D8238E7B-C36C-4BC4-A775-2A9BE91805DE}" srcId="{4EE78CF6-2BFD-4038-BE93-FF0A755DD84A}" destId="{0C6D0D3B-7FF5-4771-8FDF-B6F0DC716DBB}" srcOrd="3" destOrd="0" parTransId="{4B2C8CA9-A54F-4AE2-8EAE-FE8A5AE328FF}" sibTransId="{A46A6B06-536C-428F-9490-C96283D91B5F}"/>
    <dgm:cxn modelId="{0ACCA180-F26D-4712-9A47-00C3E40F7354}" srcId="{4EE78CF6-2BFD-4038-BE93-FF0A755DD84A}" destId="{EE0AB4E3-5AED-4F75-9637-4D11F6189E3B}" srcOrd="2" destOrd="0" parTransId="{5D248CCD-E269-4792-A082-8DA7FBFC4DF8}" sibTransId="{E6180E07-FDDF-4A5A-BE39-C4BA17093C4B}"/>
    <dgm:cxn modelId="{0AED9582-9B9F-0C4E-A8E2-D6BC51667442}" type="presOf" srcId="{EE0AB4E3-5AED-4F75-9637-4D11F6189E3B}" destId="{06E9A419-2B0D-42AD-8B38-B7AB548D2288}" srcOrd="0" destOrd="0" presId="urn:microsoft.com/office/officeart/2018/2/layout/IconVerticalSolidList"/>
    <dgm:cxn modelId="{5627278C-20C4-0846-B688-CCFA7967C06D}" type="presOf" srcId="{0C6D0D3B-7FF5-4771-8FDF-B6F0DC716DBB}" destId="{B55C661E-FC82-477F-8EB9-55DA9C961EDE}" srcOrd="0" destOrd="0" presId="urn:microsoft.com/office/officeart/2018/2/layout/IconVerticalSolidList"/>
    <dgm:cxn modelId="{9869E1B2-0157-3F42-84A4-6F3879B68016}" type="presOf" srcId="{2CA29A24-5826-4DF3-A01F-9322A6FDF3FC}" destId="{2439DB23-9E8E-4878-B09A-0BF6C9EC3320}" srcOrd="0" destOrd="0" presId="urn:microsoft.com/office/officeart/2018/2/layout/IconVerticalSolidList"/>
    <dgm:cxn modelId="{C86A37C6-D8C0-2444-9733-9A5BE1AC67C5}" type="presOf" srcId="{4EE78CF6-2BFD-4038-BE93-FF0A755DD84A}" destId="{278D7406-5C30-4A8C-A0A7-C3ABD4F3DD74}" srcOrd="0" destOrd="0" presId="urn:microsoft.com/office/officeart/2018/2/layout/IconVerticalSolidList"/>
    <dgm:cxn modelId="{17B72BC0-728D-034F-BD58-B50E6D33EE8F}" type="presParOf" srcId="{278D7406-5C30-4A8C-A0A7-C3ABD4F3DD74}" destId="{622CD6D0-2435-4D5C-B1AB-0ED81900DBCE}" srcOrd="0" destOrd="0" presId="urn:microsoft.com/office/officeart/2018/2/layout/IconVerticalSolidList"/>
    <dgm:cxn modelId="{20AFFAAF-7D15-CD4C-AB4C-609C09C9A939}" type="presParOf" srcId="{622CD6D0-2435-4D5C-B1AB-0ED81900DBCE}" destId="{C375F11D-437D-43C2-A0B7-FF6C6FD1E36E}" srcOrd="0" destOrd="0" presId="urn:microsoft.com/office/officeart/2018/2/layout/IconVerticalSolidList"/>
    <dgm:cxn modelId="{F87DE878-5F0A-704C-9B90-6734478165FD}" type="presParOf" srcId="{622CD6D0-2435-4D5C-B1AB-0ED81900DBCE}" destId="{5E204BBD-F045-4691-BE9B-04CEDE6C9774}" srcOrd="1" destOrd="0" presId="urn:microsoft.com/office/officeart/2018/2/layout/IconVerticalSolidList"/>
    <dgm:cxn modelId="{748D2524-CB0B-D543-9971-006A12D2623E}" type="presParOf" srcId="{622CD6D0-2435-4D5C-B1AB-0ED81900DBCE}" destId="{5CFDA068-FB93-4B93-9CEC-771852803A73}" srcOrd="2" destOrd="0" presId="urn:microsoft.com/office/officeart/2018/2/layout/IconVerticalSolidList"/>
    <dgm:cxn modelId="{3096F55C-03D5-E243-A6E3-A997611517EB}" type="presParOf" srcId="{622CD6D0-2435-4D5C-B1AB-0ED81900DBCE}" destId="{4ECC9702-40BF-4D84-AAF6-AFF7E1685151}" srcOrd="3" destOrd="0" presId="urn:microsoft.com/office/officeart/2018/2/layout/IconVerticalSolidList"/>
    <dgm:cxn modelId="{58A8403A-4F95-8047-9802-71E7159719A8}" type="presParOf" srcId="{278D7406-5C30-4A8C-A0A7-C3ABD4F3DD74}" destId="{994F52D7-8AC0-4E60-8858-27564764338D}" srcOrd="1" destOrd="0" presId="urn:microsoft.com/office/officeart/2018/2/layout/IconVerticalSolidList"/>
    <dgm:cxn modelId="{AC9B5445-CEC3-EA48-AAD1-A5783F5C3F8A}" type="presParOf" srcId="{278D7406-5C30-4A8C-A0A7-C3ABD4F3DD74}" destId="{5A8F8F92-228D-46F5-9143-E36731D85A0B}" srcOrd="2" destOrd="0" presId="urn:microsoft.com/office/officeart/2018/2/layout/IconVerticalSolidList"/>
    <dgm:cxn modelId="{5A2227EE-2FC4-DE41-A017-768ED1BDCD46}" type="presParOf" srcId="{5A8F8F92-228D-46F5-9143-E36731D85A0B}" destId="{4257E664-8B3E-4C1A-8BB3-15DA77BBD405}" srcOrd="0" destOrd="0" presId="urn:microsoft.com/office/officeart/2018/2/layout/IconVerticalSolidList"/>
    <dgm:cxn modelId="{649E8216-CEA3-8342-97B8-9D03E6A3EAE3}" type="presParOf" srcId="{5A8F8F92-228D-46F5-9143-E36731D85A0B}" destId="{F885D86A-A977-4024-B06D-F63D280F2399}" srcOrd="1" destOrd="0" presId="urn:microsoft.com/office/officeart/2018/2/layout/IconVerticalSolidList"/>
    <dgm:cxn modelId="{E443F773-6444-974C-8E45-32C8FE6976FD}" type="presParOf" srcId="{5A8F8F92-228D-46F5-9143-E36731D85A0B}" destId="{8672ED53-C5B4-48C0-9A55-30D60891CA2C}" srcOrd="2" destOrd="0" presId="urn:microsoft.com/office/officeart/2018/2/layout/IconVerticalSolidList"/>
    <dgm:cxn modelId="{B7EA9F9A-ACE2-624D-B48C-77B5DA63C1B6}" type="presParOf" srcId="{5A8F8F92-228D-46F5-9143-E36731D85A0B}" destId="{2439DB23-9E8E-4878-B09A-0BF6C9EC3320}" srcOrd="3" destOrd="0" presId="urn:microsoft.com/office/officeart/2018/2/layout/IconVerticalSolidList"/>
    <dgm:cxn modelId="{89700434-174E-9345-A3AA-7FBA34BD7FD5}" type="presParOf" srcId="{278D7406-5C30-4A8C-A0A7-C3ABD4F3DD74}" destId="{563E3491-97A5-4F89-9490-5302F31A8331}" srcOrd="3" destOrd="0" presId="urn:microsoft.com/office/officeart/2018/2/layout/IconVerticalSolidList"/>
    <dgm:cxn modelId="{891C67BC-A682-AF43-ABB9-9C8D8804708A}" type="presParOf" srcId="{278D7406-5C30-4A8C-A0A7-C3ABD4F3DD74}" destId="{B69A4DC4-9E39-4C74-983A-2E1B6F3AB1E3}" srcOrd="4" destOrd="0" presId="urn:microsoft.com/office/officeart/2018/2/layout/IconVerticalSolidList"/>
    <dgm:cxn modelId="{C38F851D-C79D-9E47-9168-2B8F4EBC716C}" type="presParOf" srcId="{B69A4DC4-9E39-4C74-983A-2E1B6F3AB1E3}" destId="{16CEDB17-B40A-428E-9A54-3289EDD52C3D}" srcOrd="0" destOrd="0" presId="urn:microsoft.com/office/officeart/2018/2/layout/IconVerticalSolidList"/>
    <dgm:cxn modelId="{FB24D184-705E-B140-AED3-E5E81BE43F75}" type="presParOf" srcId="{B69A4DC4-9E39-4C74-983A-2E1B6F3AB1E3}" destId="{940778BA-E739-4782-94A2-8289E01A0F75}" srcOrd="1" destOrd="0" presId="urn:microsoft.com/office/officeart/2018/2/layout/IconVerticalSolidList"/>
    <dgm:cxn modelId="{8B63C822-CFDD-6046-860E-32339C2BE200}" type="presParOf" srcId="{B69A4DC4-9E39-4C74-983A-2E1B6F3AB1E3}" destId="{696EADF3-0EFC-4CCF-9F1F-F079AC9D2972}" srcOrd="2" destOrd="0" presId="urn:microsoft.com/office/officeart/2018/2/layout/IconVerticalSolidList"/>
    <dgm:cxn modelId="{8A200DF4-2C58-9049-8D2A-8E9E26F008B4}" type="presParOf" srcId="{B69A4DC4-9E39-4C74-983A-2E1B6F3AB1E3}" destId="{06E9A419-2B0D-42AD-8B38-B7AB548D2288}" srcOrd="3" destOrd="0" presId="urn:microsoft.com/office/officeart/2018/2/layout/IconVerticalSolidList"/>
    <dgm:cxn modelId="{93A89B8B-ED0A-7B46-9AF4-9D3C429C3DC2}" type="presParOf" srcId="{278D7406-5C30-4A8C-A0A7-C3ABD4F3DD74}" destId="{62BDA72D-AEEA-447D-BC33-FE78575C05F1}" srcOrd="5" destOrd="0" presId="urn:microsoft.com/office/officeart/2018/2/layout/IconVerticalSolidList"/>
    <dgm:cxn modelId="{7FAA2428-7F69-6048-90CB-ED0C6E251E2D}" type="presParOf" srcId="{278D7406-5C30-4A8C-A0A7-C3ABD4F3DD74}" destId="{D91B0163-368A-46EC-AD4D-4360C75223F7}" srcOrd="6" destOrd="0" presId="urn:microsoft.com/office/officeart/2018/2/layout/IconVerticalSolidList"/>
    <dgm:cxn modelId="{9A13B73F-501A-5641-8DF8-E92CE3239D4C}" type="presParOf" srcId="{D91B0163-368A-46EC-AD4D-4360C75223F7}" destId="{BAE13429-30E5-42DC-80D4-8BAEA0E2E40D}" srcOrd="0" destOrd="0" presId="urn:microsoft.com/office/officeart/2018/2/layout/IconVerticalSolidList"/>
    <dgm:cxn modelId="{52A22372-E909-384E-BB3C-80A499B3615A}" type="presParOf" srcId="{D91B0163-368A-46EC-AD4D-4360C75223F7}" destId="{798CE41C-7A18-4F41-98FA-553B44A14199}" srcOrd="1" destOrd="0" presId="urn:microsoft.com/office/officeart/2018/2/layout/IconVerticalSolidList"/>
    <dgm:cxn modelId="{E4B7AF1C-F50B-2144-8130-D751F2064857}" type="presParOf" srcId="{D91B0163-368A-46EC-AD4D-4360C75223F7}" destId="{2797D60A-A833-4F01-9C94-7551238BBA32}" srcOrd="2" destOrd="0" presId="urn:microsoft.com/office/officeart/2018/2/layout/IconVerticalSolidList"/>
    <dgm:cxn modelId="{AB7F1FC8-932F-8549-8B9B-4E7B3BF1EAC4}" type="presParOf" srcId="{D91B0163-368A-46EC-AD4D-4360C75223F7}" destId="{B55C661E-FC82-477F-8EB9-55DA9C961EDE}" srcOrd="3" destOrd="0" presId="urn:microsoft.com/office/officeart/2018/2/layout/IconVerticalSolidList"/>
    <dgm:cxn modelId="{133E4084-2365-0949-9D87-47482C033FB0}" type="presParOf" srcId="{278D7406-5C30-4A8C-A0A7-C3ABD4F3DD74}" destId="{E19408C8-903A-4C7E-9A04-AA9500D23516}" srcOrd="7" destOrd="0" presId="urn:microsoft.com/office/officeart/2018/2/layout/IconVerticalSolidList"/>
    <dgm:cxn modelId="{64234AD5-22F0-DD49-BA3C-783023A39470}" type="presParOf" srcId="{278D7406-5C30-4A8C-A0A7-C3ABD4F3DD74}" destId="{8D6EFD1D-9873-472E-8375-CE474E6BF47A}" srcOrd="8" destOrd="0" presId="urn:microsoft.com/office/officeart/2018/2/layout/IconVerticalSolidList"/>
    <dgm:cxn modelId="{17D7697D-F12C-354F-9395-5B0DE7E5A28D}" type="presParOf" srcId="{8D6EFD1D-9873-472E-8375-CE474E6BF47A}" destId="{AF1BC1A9-0757-446A-A862-E086729C222D}" srcOrd="0" destOrd="0" presId="urn:microsoft.com/office/officeart/2018/2/layout/IconVerticalSolidList"/>
    <dgm:cxn modelId="{72EA6DF8-8A67-5746-B723-E03D92B0F2BA}" type="presParOf" srcId="{8D6EFD1D-9873-472E-8375-CE474E6BF47A}" destId="{5502FA8B-E3CC-4E58-BD96-CD4AD3D4CB45}" srcOrd="1" destOrd="0" presId="urn:microsoft.com/office/officeart/2018/2/layout/IconVerticalSolidList"/>
    <dgm:cxn modelId="{91D3C3B5-2242-A04C-8243-6666B25947C4}" type="presParOf" srcId="{8D6EFD1D-9873-472E-8375-CE474E6BF47A}" destId="{0FCF0271-3693-4F98-B5C1-5A7B40395443}" srcOrd="2" destOrd="0" presId="urn:microsoft.com/office/officeart/2018/2/layout/IconVerticalSolidList"/>
    <dgm:cxn modelId="{5531E05C-A050-C444-BCE6-F741BC8E272D}" type="presParOf" srcId="{8D6EFD1D-9873-472E-8375-CE474E6BF47A}" destId="{B3F26F3F-B639-4BE1-A577-7B1178FECB1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EE78CF6-2BFD-4038-BE93-FF0A755DD84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CEAC97C-2843-4D59-88EB-7A2D11DCAEBF}">
      <dgm:prSet custT="1"/>
      <dgm:spPr/>
      <dgm:t>
        <a:bodyPr/>
        <a:lstStyle/>
        <a:p>
          <a:pPr>
            <a:lnSpc>
              <a:spcPct val="100000"/>
            </a:lnSpc>
          </a:pPr>
          <a:r>
            <a:rPr lang="en-US" sz="2800" dirty="0"/>
            <a:t>●  No Height/Weight requirement </a:t>
          </a:r>
        </a:p>
      </dgm:t>
    </dgm:pt>
    <dgm:pt modelId="{1489EFFC-B7D2-48B2-B7AE-1C2861ABF8BA}" type="parTrans" cxnId="{E805DC50-4FC2-4BD5-9E51-BEF8F022655F}">
      <dgm:prSet/>
      <dgm:spPr/>
      <dgm:t>
        <a:bodyPr/>
        <a:lstStyle/>
        <a:p>
          <a:endParaRPr lang="en-US"/>
        </a:p>
      </dgm:t>
    </dgm:pt>
    <dgm:pt modelId="{4595C9C6-9132-4E98-9862-C1B6B39A6EDF}" type="sibTrans" cxnId="{E805DC50-4FC2-4BD5-9E51-BEF8F022655F}">
      <dgm:prSet/>
      <dgm:spPr/>
      <dgm:t>
        <a:bodyPr/>
        <a:lstStyle/>
        <a:p>
          <a:endParaRPr lang="en-US"/>
        </a:p>
      </dgm:t>
    </dgm:pt>
    <dgm:pt modelId="{2CA29A24-5826-4DF3-A01F-9322A6FDF3FC}">
      <dgm:prSet custT="1"/>
      <dgm:spPr/>
      <dgm:t>
        <a:bodyPr/>
        <a:lstStyle/>
        <a:p>
          <a:pPr>
            <a:lnSpc>
              <a:spcPct val="100000"/>
            </a:lnSpc>
          </a:pPr>
          <a:r>
            <a:rPr lang="en-US" sz="2800" dirty="0"/>
            <a:t>●  Issue age is age of </a:t>
          </a:r>
          <a:r>
            <a:rPr lang="en-US" sz="2800" b="1" dirty="0"/>
            <a:t>LAST</a:t>
          </a:r>
          <a:r>
            <a:rPr lang="en-US" sz="2800" dirty="0"/>
            <a:t> birthday </a:t>
          </a:r>
        </a:p>
      </dgm:t>
    </dgm:pt>
    <dgm:pt modelId="{12129BF1-631A-4690-BDFF-4BCA03782204}" type="parTrans" cxnId="{5193613F-331B-40F7-98F2-4FC003BC1B5F}">
      <dgm:prSet/>
      <dgm:spPr/>
      <dgm:t>
        <a:bodyPr/>
        <a:lstStyle/>
        <a:p>
          <a:endParaRPr lang="en-US"/>
        </a:p>
      </dgm:t>
    </dgm:pt>
    <dgm:pt modelId="{ECDFCD50-50F0-44F9-9AAD-C806EC9F4DF8}" type="sibTrans" cxnId="{5193613F-331B-40F7-98F2-4FC003BC1B5F}">
      <dgm:prSet/>
      <dgm:spPr/>
      <dgm:t>
        <a:bodyPr/>
        <a:lstStyle/>
        <a:p>
          <a:endParaRPr lang="en-US"/>
        </a:p>
      </dgm:t>
    </dgm:pt>
    <dgm:pt modelId="{EE0AB4E3-5AED-4F75-9637-4D11F6189E3B}">
      <dgm:prSet custT="1"/>
      <dgm:spPr/>
      <dgm:t>
        <a:bodyPr/>
        <a:lstStyle/>
        <a:p>
          <a:pPr>
            <a:lnSpc>
              <a:spcPct val="100000"/>
            </a:lnSpc>
          </a:pPr>
          <a:r>
            <a:rPr lang="en-US" sz="2800" dirty="0"/>
            <a:t>●  No MIB or RX </a:t>
          </a:r>
        </a:p>
      </dgm:t>
    </dgm:pt>
    <dgm:pt modelId="{5D248CCD-E269-4792-A082-8DA7FBFC4DF8}" type="parTrans" cxnId="{0ACCA180-F26D-4712-9A47-00C3E40F7354}">
      <dgm:prSet/>
      <dgm:spPr/>
      <dgm:t>
        <a:bodyPr/>
        <a:lstStyle/>
        <a:p>
          <a:endParaRPr lang="en-US"/>
        </a:p>
      </dgm:t>
    </dgm:pt>
    <dgm:pt modelId="{E6180E07-FDDF-4A5A-BE39-C4BA17093C4B}" type="sibTrans" cxnId="{0ACCA180-F26D-4712-9A47-00C3E40F7354}">
      <dgm:prSet/>
      <dgm:spPr/>
      <dgm:t>
        <a:bodyPr/>
        <a:lstStyle/>
        <a:p>
          <a:endParaRPr lang="en-US"/>
        </a:p>
      </dgm:t>
    </dgm:pt>
    <dgm:pt modelId="{0C6D0D3B-7FF5-4771-8FDF-B6F0DC716DBB}">
      <dgm:prSet custT="1"/>
      <dgm:spPr/>
      <dgm:t>
        <a:bodyPr/>
        <a:lstStyle/>
        <a:p>
          <a:pPr>
            <a:lnSpc>
              <a:spcPct val="100000"/>
            </a:lnSpc>
          </a:pPr>
          <a:r>
            <a:rPr lang="en-US" sz="2800" dirty="0"/>
            <a:t>●  No tobacco usage question </a:t>
          </a:r>
        </a:p>
      </dgm:t>
    </dgm:pt>
    <dgm:pt modelId="{4B2C8CA9-A54F-4AE2-8EAE-FE8A5AE328FF}" type="parTrans" cxnId="{D8238E7B-C36C-4BC4-A775-2A9BE91805DE}">
      <dgm:prSet/>
      <dgm:spPr/>
      <dgm:t>
        <a:bodyPr/>
        <a:lstStyle/>
        <a:p>
          <a:endParaRPr lang="en-US"/>
        </a:p>
      </dgm:t>
    </dgm:pt>
    <dgm:pt modelId="{A46A6B06-536C-428F-9490-C96283D91B5F}" type="sibTrans" cxnId="{D8238E7B-C36C-4BC4-A775-2A9BE91805DE}">
      <dgm:prSet/>
      <dgm:spPr/>
      <dgm:t>
        <a:bodyPr/>
        <a:lstStyle/>
        <a:p>
          <a:endParaRPr lang="en-US"/>
        </a:p>
      </dgm:t>
    </dgm:pt>
    <dgm:pt modelId="{5DF36309-3171-43F6-930C-BBEE452FA541}">
      <dgm:prSet custT="1"/>
      <dgm:spPr/>
      <dgm:t>
        <a:bodyPr/>
        <a:lstStyle/>
        <a:p>
          <a:pPr>
            <a:lnSpc>
              <a:spcPct val="100000"/>
            </a:lnSpc>
          </a:pPr>
          <a:r>
            <a:rPr lang="en-US" sz="2800" dirty="0"/>
            <a:t>●  Physician information is recommended but is not required </a:t>
          </a:r>
        </a:p>
      </dgm:t>
    </dgm:pt>
    <dgm:pt modelId="{A45B927D-16F2-4FD2-BE7A-73BEC5B775A8}" type="parTrans" cxnId="{389D4B72-4E30-4196-BC8D-8949B3F3A74B}">
      <dgm:prSet/>
      <dgm:spPr/>
      <dgm:t>
        <a:bodyPr/>
        <a:lstStyle/>
        <a:p>
          <a:endParaRPr lang="en-US"/>
        </a:p>
      </dgm:t>
    </dgm:pt>
    <dgm:pt modelId="{84102D27-A79C-4CF5-853E-5AB258FABAA7}" type="sibTrans" cxnId="{389D4B72-4E30-4196-BC8D-8949B3F3A74B}">
      <dgm:prSet/>
      <dgm:spPr/>
      <dgm:t>
        <a:bodyPr/>
        <a:lstStyle/>
        <a:p>
          <a:endParaRPr lang="en-US"/>
        </a:p>
      </dgm:t>
    </dgm:pt>
    <dgm:pt modelId="{278D7406-5C30-4A8C-A0A7-C3ABD4F3DD74}" type="pres">
      <dgm:prSet presAssocID="{4EE78CF6-2BFD-4038-BE93-FF0A755DD84A}" presName="root" presStyleCnt="0">
        <dgm:presLayoutVars>
          <dgm:dir/>
          <dgm:resizeHandles val="exact"/>
        </dgm:presLayoutVars>
      </dgm:prSet>
      <dgm:spPr/>
    </dgm:pt>
    <dgm:pt modelId="{622CD6D0-2435-4D5C-B1AB-0ED81900DBCE}" type="pres">
      <dgm:prSet presAssocID="{1CEAC97C-2843-4D59-88EB-7A2D11DCAEBF}" presName="compNode" presStyleCnt="0"/>
      <dgm:spPr/>
    </dgm:pt>
    <dgm:pt modelId="{C375F11D-437D-43C2-A0B7-FF6C6FD1E36E}" type="pres">
      <dgm:prSet presAssocID="{1CEAC97C-2843-4D59-88EB-7A2D11DCAEBF}" presName="bgRect" presStyleLbl="bgShp" presStyleIdx="0" presStyleCnt="5" custLinFactY="-36344" custLinFactNeighborX="-6625" custLinFactNeighborY="-100000"/>
      <dgm:spPr>
        <a:solidFill>
          <a:schemeClr val="accent3">
            <a:lumMod val="20000"/>
            <a:lumOff val="80000"/>
          </a:schemeClr>
        </a:solidFill>
      </dgm:spPr>
    </dgm:pt>
    <dgm:pt modelId="{5E204BBD-F045-4691-BE9B-04CEDE6C9774}" type="pres">
      <dgm:prSet presAssocID="{1CEAC97C-2843-4D59-88EB-7A2D11DCAEB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ale"/>
        </a:ext>
      </dgm:extLst>
    </dgm:pt>
    <dgm:pt modelId="{5CFDA068-FB93-4B93-9CEC-771852803A73}" type="pres">
      <dgm:prSet presAssocID="{1CEAC97C-2843-4D59-88EB-7A2D11DCAEBF}" presName="spaceRect" presStyleCnt="0"/>
      <dgm:spPr/>
    </dgm:pt>
    <dgm:pt modelId="{4ECC9702-40BF-4D84-AAF6-AFF7E1685151}" type="pres">
      <dgm:prSet presAssocID="{1CEAC97C-2843-4D59-88EB-7A2D11DCAEBF}" presName="parTx" presStyleLbl="revTx" presStyleIdx="0" presStyleCnt="5">
        <dgm:presLayoutVars>
          <dgm:chMax val="0"/>
          <dgm:chPref val="0"/>
        </dgm:presLayoutVars>
      </dgm:prSet>
      <dgm:spPr/>
    </dgm:pt>
    <dgm:pt modelId="{994F52D7-8AC0-4E60-8858-27564764338D}" type="pres">
      <dgm:prSet presAssocID="{4595C9C6-9132-4E98-9862-C1B6B39A6EDF}" presName="sibTrans" presStyleCnt="0"/>
      <dgm:spPr/>
    </dgm:pt>
    <dgm:pt modelId="{5A8F8F92-228D-46F5-9143-E36731D85A0B}" type="pres">
      <dgm:prSet presAssocID="{2CA29A24-5826-4DF3-A01F-9322A6FDF3FC}" presName="compNode" presStyleCnt="0"/>
      <dgm:spPr/>
    </dgm:pt>
    <dgm:pt modelId="{4257E664-8B3E-4C1A-8BB3-15DA77BBD405}" type="pres">
      <dgm:prSet presAssocID="{2CA29A24-5826-4DF3-A01F-9322A6FDF3FC}" presName="bgRect" presStyleLbl="bgShp" presStyleIdx="1" presStyleCnt="5"/>
      <dgm:spPr>
        <a:solidFill>
          <a:schemeClr val="accent1">
            <a:lumMod val="20000"/>
            <a:lumOff val="80000"/>
          </a:schemeClr>
        </a:solidFill>
      </dgm:spPr>
    </dgm:pt>
    <dgm:pt modelId="{F885D86A-A977-4024-B06D-F63D280F2399}" type="pres">
      <dgm:prSet presAssocID="{2CA29A24-5826-4DF3-A01F-9322A6FDF3F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erson with Cane"/>
        </a:ext>
      </dgm:extLst>
    </dgm:pt>
    <dgm:pt modelId="{8672ED53-C5B4-48C0-9A55-30D60891CA2C}" type="pres">
      <dgm:prSet presAssocID="{2CA29A24-5826-4DF3-A01F-9322A6FDF3FC}" presName="spaceRect" presStyleCnt="0"/>
      <dgm:spPr/>
    </dgm:pt>
    <dgm:pt modelId="{2439DB23-9E8E-4878-B09A-0BF6C9EC3320}" type="pres">
      <dgm:prSet presAssocID="{2CA29A24-5826-4DF3-A01F-9322A6FDF3FC}" presName="parTx" presStyleLbl="revTx" presStyleIdx="1" presStyleCnt="5">
        <dgm:presLayoutVars>
          <dgm:chMax val="0"/>
          <dgm:chPref val="0"/>
        </dgm:presLayoutVars>
      </dgm:prSet>
      <dgm:spPr/>
    </dgm:pt>
    <dgm:pt modelId="{563E3491-97A5-4F89-9490-5302F31A8331}" type="pres">
      <dgm:prSet presAssocID="{ECDFCD50-50F0-44F9-9AAD-C806EC9F4DF8}" presName="sibTrans" presStyleCnt="0"/>
      <dgm:spPr/>
    </dgm:pt>
    <dgm:pt modelId="{B69A4DC4-9E39-4C74-983A-2E1B6F3AB1E3}" type="pres">
      <dgm:prSet presAssocID="{EE0AB4E3-5AED-4F75-9637-4D11F6189E3B}" presName="compNode" presStyleCnt="0"/>
      <dgm:spPr/>
    </dgm:pt>
    <dgm:pt modelId="{16CEDB17-B40A-428E-9A54-3289EDD52C3D}" type="pres">
      <dgm:prSet presAssocID="{EE0AB4E3-5AED-4F75-9637-4D11F6189E3B}" presName="bgRect" presStyleLbl="bgShp" presStyleIdx="2" presStyleCnt="5"/>
      <dgm:spPr>
        <a:solidFill>
          <a:schemeClr val="accent3">
            <a:lumMod val="20000"/>
            <a:lumOff val="80000"/>
          </a:schemeClr>
        </a:solidFill>
      </dgm:spPr>
    </dgm:pt>
    <dgm:pt modelId="{940778BA-E739-4782-94A2-8289E01A0F75}" type="pres">
      <dgm:prSet presAssocID="{EE0AB4E3-5AED-4F75-9637-4D11F6189E3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696EADF3-0EFC-4CCF-9F1F-F079AC9D2972}" type="pres">
      <dgm:prSet presAssocID="{EE0AB4E3-5AED-4F75-9637-4D11F6189E3B}" presName="spaceRect" presStyleCnt="0"/>
      <dgm:spPr/>
    </dgm:pt>
    <dgm:pt modelId="{06E9A419-2B0D-42AD-8B38-B7AB548D2288}" type="pres">
      <dgm:prSet presAssocID="{EE0AB4E3-5AED-4F75-9637-4D11F6189E3B}" presName="parTx" presStyleLbl="revTx" presStyleIdx="2" presStyleCnt="5">
        <dgm:presLayoutVars>
          <dgm:chMax val="0"/>
          <dgm:chPref val="0"/>
        </dgm:presLayoutVars>
      </dgm:prSet>
      <dgm:spPr/>
    </dgm:pt>
    <dgm:pt modelId="{62BDA72D-AEEA-447D-BC33-FE78575C05F1}" type="pres">
      <dgm:prSet presAssocID="{E6180E07-FDDF-4A5A-BE39-C4BA17093C4B}" presName="sibTrans" presStyleCnt="0"/>
      <dgm:spPr/>
    </dgm:pt>
    <dgm:pt modelId="{D91B0163-368A-46EC-AD4D-4360C75223F7}" type="pres">
      <dgm:prSet presAssocID="{0C6D0D3B-7FF5-4771-8FDF-B6F0DC716DBB}" presName="compNode" presStyleCnt="0"/>
      <dgm:spPr/>
    </dgm:pt>
    <dgm:pt modelId="{BAE13429-30E5-42DC-80D4-8BAEA0E2E40D}" type="pres">
      <dgm:prSet presAssocID="{0C6D0D3B-7FF5-4771-8FDF-B6F0DC716DBB}" presName="bgRect" presStyleLbl="bgShp" presStyleIdx="3" presStyleCnt="5"/>
      <dgm:spPr>
        <a:solidFill>
          <a:schemeClr val="accent3">
            <a:lumMod val="20000"/>
            <a:lumOff val="80000"/>
          </a:schemeClr>
        </a:solidFill>
      </dgm:spPr>
    </dgm:pt>
    <dgm:pt modelId="{798CE41C-7A18-4F41-98FA-553B44A14199}" type="pres">
      <dgm:prSet presAssocID="{0C6D0D3B-7FF5-4771-8FDF-B6F0DC716DB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moking"/>
        </a:ext>
      </dgm:extLst>
    </dgm:pt>
    <dgm:pt modelId="{2797D60A-A833-4F01-9C94-7551238BBA32}" type="pres">
      <dgm:prSet presAssocID="{0C6D0D3B-7FF5-4771-8FDF-B6F0DC716DBB}" presName="spaceRect" presStyleCnt="0"/>
      <dgm:spPr/>
    </dgm:pt>
    <dgm:pt modelId="{B55C661E-FC82-477F-8EB9-55DA9C961EDE}" type="pres">
      <dgm:prSet presAssocID="{0C6D0D3B-7FF5-4771-8FDF-B6F0DC716DBB}" presName="parTx" presStyleLbl="revTx" presStyleIdx="3" presStyleCnt="5">
        <dgm:presLayoutVars>
          <dgm:chMax val="0"/>
          <dgm:chPref val="0"/>
        </dgm:presLayoutVars>
      </dgm:prSet>
      <dgm:spPr/>
    </dgm:pt>
    <dgm:pt modelId="{E19408C8-903A-4C7E-9A04-AA9500D23516}" type="pres">
      <dgm:prSet presAssocID="{A46A6B06-536C-428F-9490-C96283D91B5F}" presName="sibTrans" presStyleCnt="0"/>
      <dgm:spPr/>
    </dgm:pt>
    <dgm:pt modelId="{8D6EFD1D-9873-472E-8375-CE474E6BF47A}" type="pres">
      <dgm:prSet presAssocID="{5DF36309-3171-43F6-930C-BBEE452FA541}" presName="compNode" presStyleCnt="0"/>
      <dgm:spPr/>
    </dgm:pt>
    <dgm:pt modelId="{AF1BC1A9-0757-446A-A862-E086729C222D}" type="pres">
      <dgm:prSet presAssocID="{5DF36309-3171-43F6-930C-BBEE452FA541}" presName="bgRect" presStyleLbl="bgShp" presStyleIdx="4" presStyleCnt="5"/>
      <dgm:spPr>
        <a:solidFill>
          <a:schemeClr val="accent3">
            <a:lumMod val="20000"/>
            <a:lumOff val="80000"/>
          </a:schemeClr>
        </a:solidFill>
      </dgm:spPr>
    </dgm:pt>
    <dgm:pt modelId="{5502FA8B-E3CC-4E58-BD96-CD4AD3D4CB45}" type="pres">
      <dgm:prSet presAssocID="{5DF36309-3171-43F6-930C-BBEE452FA541}"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ethoscope"/>
        </a:ext>
      </dgm:extLst>
    </dgm:pt>
    <dgm:pt modelId="{0FCF0271-3693-4F98-B5C1-5A7B40395443}" type="pres">
      <dgm:prSet presAssocID="{5DF36309-3171-43F6-930C-BBEE452FA541}" presName="spaceRect" presStyleCnt="0"/>
      <dgm:spPr/>
    </dgm:pt>
    <dgm:pt modelId="{B3F26F3F-B639-4BE1-A577-7B1178FECB14}" type="pres">
      <dgm:prSet presAssocID="{5DF36309-3171-43F6-930C-BBEE452FA541}" presName="parTx" presStyleLbl="revTx" presStyleIdx="4" presStyleCnt="5">
        <dgm:presLayoutVars>
          <dgm:chMax val="0"/>
          <dgm:chPref val="0"/>
        </dgm:presLayoutVars>
      </dgm:prSet>
      <dgm:spPr/>
    </dgm:pt>
  </dgm:ptLst>
  <dgm:cxnLst>
    <dgm:cxn modelId="{5193613F-331B-40F7-98F2-4FC003BC1B5F}" srcId="{4EE78CF6-2BFD-4038-BE93-FF0A755DD84A}" destId="{2CA29A24-5826-4DF3-A01F-9322A6FDF3FC}" srcOrd="1" destOrd="0" parTransId="{12129BF1-631A-4690-BDFF-4BCA03782204}" sibTransId="{ECDFCD50-50F0-44F9-9AAD-C806EC9F4DF8}"/>
    <dgm:cxn modelId="{487CD141-974D-CF44-9406-4A4A06B80C7F}" type="presOf" srcId="{5DF36309-3171-43F6-930C-BBEE452FA541}" destId="{B3F26F3F-B639-4BE1-A577-7B1178FECB14}" srcOrd="0" destOrd="0" presId="urn:microsoft.com/office/officeart/2018/2/layout/IconVerticalSolidList"/>
    <dgm:cxn modelId="{E805DC50-4FC2-4BD5-9E51-BEF8F022655F}" srcId="{4EE78CF6-2BFD-4038-BE93-FF0A755DD84A}" destId="{1CEAC97C-2843-4D59-88EB-7A2D11DCAEBF}" srcOrd="0" destOrd="0" parTransId="{1489EFFC-B7D2-48B2-B7AE-1C2861ABF8BA}" sibTransId="{4595C9C6-9132-4E98-9862-C1B6B39A6EDF}"/>
    <dgm:cxn modelId="{07BB966D-2750-B544-864C-D78E5D590F8B}" type="presOf" srcId="{1CEAC97C-2843-4D59-88EB-7A2D11DCAEBF}" destId="{4ECC9702-40BF-4D84-AAF6-AFF7E1685151}" srcOrd="0" destOrd="0" presId="urn:microsoft.com/office/officeart/2018/2/layout/IconVerticalSolidList"/>
    <dgm:cxn modelId="{389D4B72-4E30-4196-BC8D-8949B3F3A74B}" srcId="{4EE78CF6-2BFD-4038-BE93-FF0A755DD84A}" destId="{5DF36309-3171-43F6-930C-BBEE452FA541}" srcOrd="4" destOrd="0" parTransId="{A45B927D-16F2-4FD2-BE7A-73BEC5B775A8}" sibTransId="{84102D27-A79C-4CF5-853E-5AB258FABAA7}"/>
    <dgm:cxn modelId="{D8238E7B-C36C-4BC4-A775-2A9BE91805DE}" srcId="{4EE78CF6-2BFD-4038-BE93-FF0A755DD84A}" destId="{0C6D0D3B-7FF5-4771-8FDF-B6F0DC716DBB}" srcOrd="3" destOrd="0" parTransId="{4B2C8CA9-A54F-4AE2-8EAE-FE8A5AE328FF}" sibTransId="{A46A6B06-536C-428F-9490-C96283D91B5F}"/>
    <dgm:cxn modelId="{0ACCA180-F26D-4712-9A47-00C3E40F7354}" srcId="{4EE78CF6-2BFD-4038-BE93-FF0A755DD84A}" destId="{EE0AB4E3-5AED-4F75-9637-4D11F6189E3B}" srcOrd="2" destOrd="0" parTransId="{5D248CCD-E269-4792-A082-8DA7FBFC4DF8}" sibTransId="{E6180E07-FDDF-4A5A-BE39-C4BA17093C4B}"/>
    <dgm:cxn modelId="{0AED9582-9B9F-0C4E-A8E2-D6BC51667442}" type="presOf" srcId="{EE0AB4E3-5AED-4F75-9637-4D11F6189E3B}" destId="{06E9A419-2B0D-42AD-8B38-B7AB548D2288}" srcOrd="0" destOrd="0" presId="urn:microsoft.com/office/officeart/2018/2/layout/IconVerticalSolidList"/>
    <dgm:cxn modelId="{5627278C-20C4-0846-B688-CCFA7967C06D}" type="presOf" srcId="{0C6D0D3B-7FF5-4771-8FDF-B6F0DC716DBB}" destId="{B55C661E-FC82-477F-8EB9-55DA9C961EDE}" srcOrd="0" destOrd="0" presId="urn:microsoft.com/office/officeart/2018/2/layout/IconVerticalSolidList"/>
    <dgm:cxn modelId="{9869E1B2-0157-3F42-84A4-6F3879B68016}" type="presOf" srcId="{2CA29A24-5826-4DF3-A01F-9322A6FDF3FC}" destId="{2439DB23-9E8E-4878-B09A-0BF6C9EC3320}" srcOrd="0" destOrd="0" presId="urn:microsoft.com/office/officeart/2018/2/layout/IconVerticalSolidList"/>
    <dgm:cxn modelId="{C86A37C6-D8C0-2444-9733-9A5BE1AC67C5}" type="presOf" srcId="{4EE78CF6-2BFD-4038-BE93-FF0A755DD84A}" destId="{278D7406-5C30-4A8C-A0A7-C3ABD4F3DD74}" srcOrd="0" destOrd="0" presId="urn:microsoft.com/office/officeart/2018/2/layout/IconVerticalSolidList"/>
    <dgm:cxn modelId="{17B72BC0-728D-034F-BD58-B50E6D33EE8F}" type="presParOf" srcId="{278D7406-5C30-4A8C-A0A7-C3ABD4F3DD74}" destId="{622CD6D0-2435-4D5C-B1AB-0ED81900DBCE}" srcOrd="0" destOrd="0" presId="urn:microsoft.com/office/officeart/2018/2/layout/IconVerticalSolidList"/>
    <dgm:cxn modelId="{20AFFAAF-7D15-CD4C-AB4C-609C09C9A939}" type="presParOf" srcId="{622CD6D0-2435-4D5C-B1AB-0ED81900DBCE}" destId="{C375F11D-437D-43C2-A0B7-FF6C6FD1E36E}" srcOrd="0" destOrd="0" presId="urn:microsoft.com/office/officeart/2018/2/layout/IconVerticalSolidList"/>
    <dgm:cxn modelId="{F87DE878-5F0A-704C-9B90-6734478165FD}" type="presParOf" srcId="{622CD6D0-2435-4D5C-B1AB-0ED81900DBCE}" destId="{5E204BBD-F045-4691-BE9B-04CEDE6C9774}" srcOrd="1" destOrd="0" presId="urn:microsoft.com/office/officeart/2018/2/layout/IconVerticalSolidList"/>
    <dgm:cxn modelId="{748D2524-CB0B-D543-9971-006A12D2623E}" type="presParOf" srcId="{622CD6D0-2435-4D5C-B1AB-0ED81900DBCE}" destId="{5CFDA068-FB93-4B93-9CEC-771852803A73}" srcOrd="2" destOrd="0" presId="urn:microsoft.com/office/officeart/2018/2/layout/IconVerticalSolidList"/>
    <dgm:cxn modelId="{3096F55C-03D5-E243-A6E3-A997611517EB}" type="presParOf" srcId="{622CD6D0-2435-4D5C-B1AB-0ED81900DBCE}" destId="{4ECC9702-40BF-4D84-AAF6-AFF7E1685151}" srcOrd="3" destOrd="0" presId="urn:microsoft.com/office/officeart/2018/2/layout/IconVerticalSolidList"/>
    <dgm:cxn modelId="{58A8403A-4F95-8047-9802-71E7159719A8}" type="presParOf" srcId="{278D7406-5C30-4A8C-A0A7-C3ABD4F3DD74}" destId="{994F52D7-8AC0-4E60-8858-27564764338D}" srcOrd="1" destOrd="0" presId="urn:microsoft.com/office/officeart/2018/2/layout/IconVerticalSolidList"/>
    <dgm:cxn modelId="{AC9B5445-CEC3-EA48-AAD1-A5783F5C3F8A}" type="presParOf" srcId="{278D7406-5C30-4A8C-A0A7-C3ABD4F3DD74}" destId="{5A8F8F92-228D-46F5-9143-E36731D85A0B}" srcOrd="2" destOrd="0" presId="urn:microsoft.com/office/officeart/2018/2/layout/IconVerticalSolidList"/>
    <dgm:cxn modelId="{5A2227EE-2FC4-DE41-A017-768ED1BDCD46}" type="presParOf" srcId="{5A8F8F92-228D-46F5-9143-E36731D85A0B}" destId="{4257E664-8B3E-4C1A-8BB3-15DA77BBD405}" srcOrd="0" destOrd="0" presId="urn:microsoft.com/office/officeart/2018/2/layout/IconVerticalSolidList"/>
    <dgm:cxn modelId="{649E8216-CEA3-8342-97B8-9D03E6A3EAE3}" type="presParOf" srcId="{5A8F8F92-228D-46F5-9143-E36731D85A0B}" destId="{F885D86A-A977-4024-B06D-F63D280F2399}" srcOrd="1" destOrd="0" presId="urn:microsoft.com/office/officeart/2018/2/layout/IconVerticalSolidList"/>
    <dgm:cxn modelId="{E443F773-6444-974C-8E45-32C8FE6976FD}" type="presParOf" srcId="{5A8F8F92-228D-46F5-9143-E36731D85A0B}" destId="{8672ED53-C5B4-48C0-9A55-30D60891CA2C}" srcOrd="2" destOrd="0" presId="urn:microsoft.com/office/officeart/2018/2/layout/IconVerticalSolidList"/>
    <dgm:cxn modelId="{B7EA9F9A-ACE2-624D-B48C-77B5DA63C1B6}" type="presParOf" srcId="{5A8F8F92-228D-46F5-9143-E36731D85A0B}" destId="{2439DB23-9E8E-4878-B09A-0BF6C9EC3320}" srcOrd="3" destOrd="0" presId="urn:microsoft.com/office/officeart/2018/2/layout/IconVerticalSolidList"/>
    <dgm:cxn modelId="{89700434-174E-9345-A3AA-7FBA34BD7FD5}" type="presParOf" srcId="{278D7406-5C30-4A8C-A0A7-C3ABD4F3DD74}" destId="{563E3491-97A5-4F89-9490-5302F31A8331}" srcOrd="3" destOrd="0" presId="urn:microsoft.com/office/officeart/2018/2/layout/IconVerticalSolidList"/>
    <dgm:cxn modelId="{891C67BC-A682-AF43-ABB9-9C8D8804708A}" type="presParOf" srcId="{278D7406-5C30-4A8C-A0A7-C3ABD4F3DD74}" destId="{B69A4DC4-9E39-4C74-983A-2E1B6F3AB1E3}" srcOrd="4" destOrd="0" presId="urn:microsoft.com/office/officeart/2018/2/layout/IconVerticalSolidList"/>
    <dgm:cxn modelId="{C38F851D-C79D-9E47-9168-2B8F4EBC716C}" type="presParOf" srcId="{B69A4DC4-9E39-4C74-983A-2E1B6F3AB1E3}" destId="{16CEDB17-B40A-428E-9A54-3289EDD52C3D}" srcOrd="0" destOrd="0" presId="urn:microsoft.com/office/officeart/2018/2/layout/IconVerticalSolidList"/>
    <dgm:cxn modelId="{FB24D184-705E-B140-AED3-E5E81BE43F75}" type="presParOf" srcId="{B69A4DC4-9E39-4C74-983A-2E1B6F3AB1E3}" destId="{940778BA-E739-4782-94A2-8289E01A0F75}" srcOrd="1" destOrd="0" presId="urn:microsoft.com/office/officeart/2018/2/layout/IconVerticalSolidList"/>
    <dgm:cxn modelId="{8B63C822-CFDD-6046-860E-32339C2BE200}" type="presParOf" srcId="{B69A4DC4-9E39-4C74-983A-2E1B6F3AB1E3}" destId="{696EADF3-0EFC-4CCF-9F1F-F079AC9D2972}" srcOrd="2" destOrd="0" presId="urn:microsoft.com/office/officeart/2018/2/layout/IconVerticalSolidList"/>
    <dgm:cxn modelId="{8A200DF4-2C58-9049-8D2A-8E9E26F008B4}" type="presParOf" srcId="{B69A4DC4-9E39-4C74-983A-2E1B6F3AB1E3}" destId="{06E9A419-2B0D-42AD-8B38-B7AB548D2288}" srcOrd="3" destOrd="0" presId="urn:microsoft.com/office/officeart/2018/2/layout/IconVerticalSolidList"/>
    <dgm:cxn modelId="{93A89B8B-ED0A-7B46-9AF4-9D3C429C3DC2}" type="presParOf" srcId="{278D7406-5C30-4A8C-A0A7-C3ABD4F3DD74}" destId="{62BDA72D-AEEA-447D-BC33-FE78575C05F1}" srcOrd="5" destOrd="0" presId="urn:microsoft.com/office/officeart/2018/2/layout/IconVerticalSolidList"/>
    <dgm:cxn modelId="{7FAA2428-7F69-6048-90CB-ED0C6E251E2D}" type="presParOf" srcId="{278D7406-5C30-4A8C-A0A7-C3ABD4F3DD74}" destId="{D91B0163-368A-46EC-AD4D-4360C75223F7}" srcOrd="6" destOrd="0" presId="urn:microsoft.com/office/officeart/2018/2/layout/IconVerticalSolidList"/>
    <dgm:cxn modelId="{9A13B73F-501A-5641-8DF8-E92CE3239D4C}" type="presParOf" srcId="{D91B0163-368A-46EC-AD4D-4360C75223F7}" destId="{BAE13429-30E5-42DC-80D4-8BAEA0E2E40D}" srcOrd="0" destOrd="0" presId="urn:microsoft.com/office/officeart/2018/2/layout/IconVerticalSolidList"/>
    <dgm:cxn modelId="{52A22372-E909-384E-BB3C-80A499B3615A}" type="presParOf" srcId="{D91B0163-368A-46EC-AD4D-4360C75223F7}" destId="{798CE41C-7A18-4F41-98FA-553B44A14199}" srcOrd="1" destOrd="0" presId="urn:microsoft.com/office/officeart/2018/2/layout/IconVerticalSolidList"/>
    <dgm:cxn modelId="{E4B7AF1C-F50B-2144-8130-D751F2064857}" type="presParOf" srcId="{D91B0163-368A-46EC-AD4D-4360C75223F7}" destId="{2797D60A-A833-4F01-9C94-7551238BBA32}" srcOrd="2" destOrd="0" presId="urn:microsoft.com/office/officeart/2018/2/layout/IconVerticalSolidList"/>
    <dgm:cxn modelId="{AB7F1FC8-932F-8549-8B9B-4E7B3BF1EAC4}" type="presParOf" srcId="{D91B0163-368A-46EC-AD4D-4360C75223F7}" destId="{B55C661E-FC82-477F-8EB9-55DA9C961EDE}" srcOrd="3" destOrd="0" presId="urn:microsoft.com/office/officeart/2018/2/layout/IconVerticalSolidList"/>
    <dgm:cxn modelId="{133E4084-2365-0949-9D87-47482C033FB0}" type="presParOf" srcId="{278D7406-5C30-4A8C-A0A7-C3ABD4F3DD74}" destId="{E19408C8-903A-4C7E-9A04-AA9500D23516}" srcOrd="7" destOrd="0" presId="urn:microsoft.com/office/officeart/2018/2/layout/IconVerticalSolidList"/>
    <dgm:cxn modelId="{64234AD5-22F0-DD49-BA3C-783023A39470}" type="presParOf" srcId="{278D7406-5C30-4A8C-A0A7-C3ABD4F3DD74}" destId="{8D6EFD1D-9873-472E-8375-CE474E6BF47A}" srcOrd="8" destOrd="0" presId="urn:microsoft.com/office/officeart/2018/2/layout/IconVerticalSolidList"/>
    <dgm:cxn modelId="{17D7697D-F12C-354F-9395-5B0DE7E5A28D}" type="presParOf" srcId="{8D6EFD1D-9873-472E-8375-CE474E6BF47A}" destId="{AF1BC1A9-0757-446A-A862-E086729C222D}" srcOrd="0" destOrd="0" presId="urn:microsoft.com/office/officeart/2018/2/layout/IconVerticalSolidList"/>
    <dgm:cxn modelId="{72EA6DF8-8A67-5746-B723-E03D92B0F2BA}" type="presParOf" srcId="{8D6EFD1D-9873-472E-8375-CE474E6BF47A}" destId="{5502FA8B-E3CC-4E58-BD96-CD4AD3D4CB45}" srcOrd="1" destOrd="0" presId="urn:microsoft.com/office/officeart/2018/2/layout/IconVerticalSolidList"/>
    <dgm:cxn modelId="{91D3C3B5-2242-A04C-8243-6666B25947C4}" type="presParOf" srcId="{8D6EFD1D-9873-472E-8375-CE474E6BF47A}" destId="{0FCF0271-3693-4F98-B5C1-5A7B40395443}" srcOrd="2" destOrd="0" presId="urn:microsoft.com/office/officeart/2018/2/layout/IconVerticalSolidList"/>
    <dgm:cxn modelId="{5531E05C-A050-C444-BCE6-F741BC8E272D}" type="presParOf" srcId="{8D6EFD1D-9873-472E-8375-CE474E6BF47A}" destId="{B3F26F3F-B639-4BE1-A577-7B1178FECB1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EE78CF6-2BFD-4038-BE93-FF0A755DD84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CEAC97C-2843-4D59-88EB-7A2D11DCAEBF}">
      <dgm:prSet custT="1"/>
      <dgm:spPr/>
      <dgm:t>
        <a:bodyPr/>
        <a:lstStyle/>
        <a:p>
          <a:pPr>
            <a:lnSpc>
              <a:spcPct val="100000"/>
            </a:lnSpc>
          </a:pPr>
          <a:r>
            <a:rPr lang="en-US" sz="2800" dirty="0"/>
            <a:t>●  No Height/Weight requirement </a:t>
          </a:r>
        </a:p>
      </dgm:t>
    </dgm:pt>
    <dgm:pt modelId="{1489EFFC-B7D2-48B2-B7AE-1C2861ABF8BA}" type="parTrans" cxnId="{E805DC50-4FC2-4BD5-9E51-BEF8F022655F}">
      <dgm:prSet/>
      <dgm:spPr/>
      <dgm:t>
        <a:bodyPr/>
        <a:lstStyle/>
        <a:p>
          <a:endParaRPr lang="en-US"/>
        </a:p>
      </dgm:t>
    </dgm:pt>
    <dgm:pt modelId="{4595C9C6-9132-4E98-9862-C1B6B39A6EDF}" type="sibTrans" cxnId="{E805DC50-4FC2-4BD5-9E51-BEF8F022655F}">
      <dgm:prSet/>
      <dgm:spPr/>
      <dgm:t>
        <a:bodyPr/>
        <a:lstStyle/>
        <a:p>
          <a:endParaRPr lang="en-US"/>
        </a:p>
      </dgm:t>
    </dgm:pt>
    <dgm:pt modelId="{2CA29A24-5826-4DF3-A01F-9322A6FDF3FC}">
      <dgm:prSet custT="1"/>
      <dgm:spPr/>
      <dgm:t>
        <a:bodyPr/>
        <a:lstStyle/>
        <a:p>
          <a:pPr>
            <a:lnSpc>
              <a:spcPct val="100000"/>
            </a:lnSpc>
          </a:pPr>
          <a:r>
            <a:rPr lang="en-US" sz="2800" dirty="0"/>
            <a:t>●  Issue age is age of </a:t>
          </a:r>
          <a:r>
            <a:rPr lang="en-US" sz="2800" b="1" dirty="0"/>
            <a:t>LAST</a:t>
          </a:r>
          <a:r>
            <a:rPr lang="en-US" sz="2800" dirty="0"/>
            <a:t> birthday </a:t>
          </a:r>
        </a:p>
      </dgm:t>
    </dgm:pt>
    <dgm:pt modelId="{12129BF1-631A-4690-BDFF-4BCA03782204}" type="parTrans" cxnId="{5193613F-331B-40F7-98F2-4FC003BC1B5F}">
      <dgm:prSet/>
      <dgm:spPr/>
      <dgm:t>
        <a:bodyPr/>
        <a:lstStyle/>
        <a:p>
          <a:endParaRPr lang="en-US"/>
        </a:p>
      </dgm:t>
    </dgm:pt>
    <dgm:pt modelId="{ECDFCD50-50F0-44F9-9AAD-C806EC9F4DF8}" type="sibTrans" cxnId="{5193613F-331B-40F7-98F2-4FC003BC1B5F}">
      <dgm:prSet/>
      <dgm:spPr/>
      <dgm:t>
        <a:bodyPr/>
        <a:lstStyle/>
        <a:p>
          <a:endParaRPr lang="en-US"/>
        </a:p>
      </dgm:t>
    </dgm:pt>
    <dgm:pt modelId="{EE0AB4E3-5AED-4F75-9637-4D11F6189E3B}">
      <dgm:prSet custT="1"/>
      <dgm:spPr/>
      <dgm:t>
        <a:bodyPr/>
        <a:lstStyle/>
        <a:p>
          <a:pPr>
            <a:lnSpc>
              <a:spcPct val="100000"/>
            </a:lnSpc>
          </a:pPr>
          <a:r>
            <a:rPr lang="en-US" sz="2800" dirty="0"/>
            <a:t>●  No MIB or RX </a:t>
          </a:r>
        </a:p>
      </dgm:t>
    </dgm:pt>
    <dgm:pt modelId="{5D248CCD-E269-4792-A082-8DA7FBFC4DF8}" type="parTrans" cxnId="{0ACCA180-F26D-4712-9A47-00C3E40F7354}">
      <dgm:prSet/>
      <dgm:spPr/>
      <dgm:t>
        <a:bodyPr/>
        <a:lstStyle/>
        <a:p>
          <a:endParaRPr lang="en-US"/>
        </a:p>
      </dgm:t>
    </dgm:pt>
    <dgm:pt modelId="{E6180E07-FDDF-4A5A-BE39-C4BA17093C4B}" type="sibTrans" cxnId="{0ACCA180-F26D-4712-9A47-00C3E40F7354}">
      <dgm:prSet/>
      <dgm:spPr/>
      <dgm:t>
        <a:bodyPr/>
        <a:lstStyle/>
        <a:p>
          <a:endParaRPr lang="en-US"/>
        </a:p>
      </dgm:t>
    </dgm:pt>
    <dgm:pt modelId="{0C6D0D3B-7FF5-4771-8FDF-B6F0DC716DBB}">
      <dgm:prSet custT="1"/>
      <dgm:spPr/>
      <dgm:t>
        <a:bodyPr/>
        <a:lstStyle/>
        <a:p>
          <a:pPr>
            <a:lnSpc>
              <a:spcPct val="100000"/>
            </a:lnSpc>
          </a:pPr>
          <a:r>
            <a:rPr lang="en-US" sz="2800" dirty="0"/>
            <a:t>●  No tobacco usage question </a:t>
          </a:r>
        </a:p>
      </dgm:t>
    </dgm:pt>
    <dgm:pt modelId="{4B2C8CA9-A54F-4AE2-8EAE-FE8A5AE328FF}" type="parTrans" cxnId="{D8238E7B-C36C-4BC4-A775-2A9BE91805DE}">
      <dgm:prSet/>
      <dgm:spPr/>
      <dgm:t>
        <a:bodyPr/>
        <a:lstStyle/>
        <a:p>
          <a:endParaRPr lang="en-US"/>
        </a:p>
      </dgm:t>
    </dgm:pt>
    <dgm:pt modelId="{A46A6B06-536C-428F-9490-C96283D91B5F}" type="sibTrans" cxnId="{D8238E7B-C36C-4BC4-A775-2A9BE91805DE}">
      <dgm:prSet/>
      <dgm:spPr/>
      <dgm:t>
        <a:bodyPr/>
        <a:lstStyle/>
        <a:p>
          <a:endParaRPr lang="en-US"/>
        </a:p>
      </dgm:t>
    </dgm:pt>
    <dgm:pt modelId="{5DF36309-3171-43F6-930C-BBEE452FA541}">
      <dgm:prSet custT="1"/>
      <dgm:spPr/>
      <dgm:t>
        <a:bodyPr/>
        <a:lstStyle/>
        <a:p>
          <a:pPr>
            <a:lnSpc>
              <a:spcPct val="100000"/>
            </a:lnSpc>
          </a:pPr>
          <a:r>
            <a:rPr lang="en-US" sz="2800" dirty="0"/>
            <a:t>●  Physician information is recommended but is not required </a:t>
          </a:r>
        </a:p>
      </dgm:t>
    </dgm:pt>
    <dgm:pt modelId="{A45B927D-16F2-4FD2-BE7A-73BEC5B775A8}" type="parTrans" cxnId="{389D4B72-4E30-4196-BC8D-8949B3F3A74B}">
      <dgm:prSet/>
      <dgm:spPr/>
      <dgm:t>
        <a:bodyPr/>
        <a:lstStyle/>
        <a:p>
          <a:endParaRPr lang="en-US"/>
        </a:p>
      </dgm:t>
    </dgm:pt>
    <dgm:pt modelId="{84102D27-A79C-4CF5-853E-5AB258FABAA7}" type="sibTrans" cxnId="{389D4B72-4E30-4196-BC8D-8949B3F3A74B}">
      <dgm:prSet/>
      <dgm:spPr/>
      <dgm:t>
        <a:bodyPr/>
        <a:lstStyle/>
        <a:p>
          <a:endParaRPr lang="en-US"/>
        </a:p>
      </dgm:t>
    </dgm:pt>
    <dgm:pt modelId="{278D7406-5C30-4A8C-A0A7-C3ABD4F3DD74}" type="pres">
      <dgm:prSet presAssocID="{4EE78CF6-2BFD-4038-BE93-FF0A755DD84A}" presName="root" presStyleCnt="0">
        <dgm:presLayoutVars>
          <dgm:dir/>
          <dgm:resizeHandles val="exact"/>
        </dgm:presLayoutVars>
      </dgm:prSet>
      <dgm:spPr/>
    </dgm:pt>
    <dgm:pt modelId="{622CD6D0-2435-4D5C-B1AB-0ED81900DBCE}" type="pres">
      <dgm:prSet presAssocID="{1CEAC97C-2843-4D59-88EB-7A2D11DCAEBF}" presName="compNode" presStyleCnt="0"/>
      <dgm:spPr/>
    </dgm:pt>
    <dgm:pt modelId="{C375F11D-437D-43C2-A0B7-FF6C6FD1E36E}" type="pres">
      <dgm:prSet presAssocID="{1CEAC97C-2843-4D59-88EB-7A2D11DCAEBF}" presName="bgRect" presStyleLbl="bgShp" presStyleIdx="0" presStyleCnt="5" custLinFactY="-36344" custLinFactNeighborX="-6625" custLinFactNeighborY="-100000"/>
      <dgm:spPr>
        <a:solidFill>
          <a:schemeClr val="accent3">
            <a:lumMod val="20000"/>
            <a:lumOff val="80000"/>
          </a:schemeClr>
        </a:solidFill>
      </dgm:spPr>
    </dgm:pt>
    <dgm:pt modelId="{5E204BBD-F045-4691-BE9B-04CEDE6C9774}" type="pres">
      <dgm:prSet presAssocID="{1CEAC97C-2843-4D59-88EB-7A2D11DCAEB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ale"/>
        </a:ext>
      </dgm:extLst>
    </dgm:pt>
    <dgm:pt modelId="{5CFDA068-FB93-4B93-9CEC-771852803A73}" type="pres">
      <dgm:prSet presAssocID="{1CEAC97C-2843-4D59-88EB-7A2D11DCAEBF}" presName="spaceRect" presStyleCnt="0"/>
      <dgm:spPr/>
    </dgm:pt>
    <dgm:pt modelId="{4ECC9702-40BF-4D84-AAF6-AFF7E1685151}" type="pres">
      <dgm:prSet presAssocID="{1CEAC97C-2843-4D59-88EB-7A2D11DCAEBF}" presName="parTx" presStyleLbl="revTx" presStyleIdx="0" presStyleCnt="5">
        <dgm:presLayoutVars>
          <dgm:chMax val="0"/>
          <dgm:chPref val="0"/>
        </dgm:presLayoutVars>
      </dgm:prSet>
      <dgm:spPr/>
    </dgm:pt>
    <dgm:pt modelId="{994F52D7-8AC0-4E60-8858-27564764338D}" type="pres">
      <dgm:prSet presAssocID="{4595C9C6-9132-4E98-9862-C1B6B39A6EDF}" presName="sibTrans" presStyleCnt="0"/>
      <dgm:spPr/>
    </dgm:pt>
    <dgm:pt modelId="{5A8F8F92-228D-46F5-9143-E36731D85A0B}" type="pres">
      <dgm:prSet presAssocID="{2CA29A24-5826-4DF3-A01F-9322A6FDF3FC}" presName="compNode" presStyleCnt="0"/>
      <dgm:spPr/>
    </dgm:pt>
    <dgm:pt modelId="{4257E664-8B3E-4C1A-8BB3-15DA77BBD405}" type="pres">
      <dgm:prSet presAssocID="{2CA29A24-5826-4DF3-A01F-9322A6FDF3FC}" presName="bgRect" presStyleLbl="bgShp" presStyleIdx="1" presStyleCnt="5"/>
      <dgm:spPr>
        <a:solidFill>
          <a:schemeClr val="accent3">
            <a:lumMod val="20000"/>
            <a:lumOff val="80000"/>
          </a:schemeClr>
        </a:solidFill>
      </dgm:spPr>
    </dgm:pt>
    <dgm:pt modelId="{F885D86A-A977-4024-B06D-F63D280F2399}" type="pres">
      <dgm:prSet presAssocID="{2CA29A24-5826-4DF3-A01F-9322A6FDF3F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erson with Cane"/>
        </a:ext>
      </dgm:extLst>
    </dgm:pt>
    <dgm:pt modelId="{8672ED53-C5B4-48C0-9A55-30D60891CA2C}" type="pres">
      <dgm:prSet presAssocID="{2CA29A24-5826-4DF3-A01F-9322A6FDF3FC}" presName="spaceRect" presStyleCnt="0"/>
      <dgm:spPr/>
    </dgm:pt>
    <dgm:pt modelId="{2439DB23-9E8E-4878-B09A-0BF6C9EC3320}" type="pres">
      <dgm:prSet presAssocID="{2CA29A24-5826-4DF3-A01F-9322A6FDF3FC}" presName="parTx" presStyleLbl="revTx" presStyleIdx="1" presStyleCnt="5">
        <dgm:presLayoutVars>
          <dgm:chMax val="0"/>
          <dgm:chPref val="0"/>
        </dgm:presLayoutVars>
      </dgm:prSet>
      <dgm:spPr/>
    </dgm:pt>
    <dgm:pt modelId="{563E3491-97A5-4F89-9490-5302F31A8331}" type="pres">
      <dgm:prSet presAssocID="{ECDFCD50-50F0-44F9-9AAD-C806EC9F4DF8}" presName="sibTrans" presStyleCnt="0"/>
      <dgm:spPr/>
    </dgm:pt>
    <dgm:pt modelId="{B69A4DC4-9E39-4C74-983A-2E1B6F3AB1E3}" type="pres">
      <dgm:prSet presAssocID="{EE0AB4E3-5AED-4F75-9637-4D11F6189E3B}" presName="compNode" presStyleCnt="0"/>
      <dgm:spPr/>
    </dgm:pt>
    <dgm:pt modelId="{16CEDB17-B40A-428E-9A54-3289EDD52C3D}" type="pres">
      <dgm:prSet presAssocID="{EE0AB4E3-5AED-4F75-9637-4D11F6189E3B}" presName="bgRect" presStyleLbl="bgShp" presStyleIdx="2" presStyleCnt="5"/>
      <dgm:spPr>
        <a:solidFill>
          <a:schemeClr val="accent1">
            <a:lumMod val="20000"/>
            <a:lumOff val="80000"/>
          </a:schemeClr>
        </a:solidFill>
      </dgm:spPr>
    </dgm:pt>
    <dgm:pt modelId="{940778BA-E739-4782-94A2-8289E01A0F75}" type="pres">
      <dgm:prSet presAssocID="{EE0AB4E3-5AED-4F75-9637-4D11F6189E3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696EADF3-0EFC-4CCF-9F1F-F079AC9D2972}" type="pres">
      <dgm:prSet presAssocID="{EE0AB4E3-5AED-4F75-9637-4D11F6189E3B}" presName="spaceRect" presStyleCnt="0"/>
      <dgm:spPr/>
    </dgm:pt>
    <dgm:pt modelId="{06E9A419-2B0D-42AD-8B38-B7AB548D2288}" type="pres">
      <dgm:prSet presAssocID="{EE0AB4E3-5AED-4F75-9637-4D11F6189E3B}" presName="parTx" presStyleLbl="revTx" presStyleIdx="2" presStyleCnt="5">
        <dgm:presLayoutVars>
          <dgm:chMax val="0"/>
          <dgm:chPref val="0"/>
        </dgm:presLayoutVars>
      </dgm:prSet>
      <dgm:spPr/>
    </dgm:pt>
    <dgm:pt modelId="{62BDA72D-AEEA-447D-BC33-FE78575C05F1}" type="pres">
      <dgm:prSet presAssocID="{E6180E07-FDDF-4A5A-BE39-C4BA17093C4B}" presName="sibTrans" presStyleCnt="0"/>
      <dgm:spPr/>
    </dgm:pt>
    <dgm:pt modelId="{D91B0163-368A-46EC-AD4D-4360C75223F7}" type="pres">
      <dgm:prSet presAssocID="{0C6D0D3B-7FF5-4771-8FDF-B6F0DC716DBB}" presName="compNode" presStyleCnt="0"/>
      <dgm:spPr/>
    </dgm:pt>
    <dgm:pt modelId="{BAE13429-30E5-42DC-80D4-8BAEA0E2E40D}" type="pres">
      <dgm:prSet presAssocID="{0C6D0D3B-7FF5-4771-8FDF-B6F0DC716DBB}" presName="bgRect" presStyleLbl="bgShp" presStyleIdx="3" presStyleCnt="5"/>
      <dgm:spPr>
        <a:solidFill>
          <a:schemeClr val="accent3">
            <a:lumMod val="20000"/>
            <a:lumOff val="80000"/>
          </a:schemeClr>
        </a:solidFill>
      </dgm:spPr>
    </dgm:pt>
    <dgm:pt modelId="{798CE41C-7A18-4F41-98FA-553B44A14199}" type="pres">
      <dgm:prSet presAssocID="{0C6D0D3B-7FF5-4771-8FDF-B6F0DC716DB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moking"/>
        </a:ext>
      </dgm:extLst>
    </dgm:pt>
    <dgm:pt modelId="{2797D60A-A833-4F01-9C94-7551238BBA32}" type="pres">
      <dgm:prSet presAssocID="{0C6D0D3B-7FF5-4771-8FDF-B6F0DC716DBB}" presName="spaceRect" presStyleCnt="0"/>
      <dgm:spPr/>
    </dgm:pt>
    <dgm:pt modelId="{B55C661E-FC82-477F-8EB9-55DA9C961EDE}" type="pres">
      <dgm:prSet presAssocID="{0C6D0D3B-7FF5-4771-8FDF-B6F0DC716DBB}" presName="parTx" presStyleLbl="revTx" presStyleIdx="3" presStyleCnt="5">
        <dgm:presLayoutVars>
          <dgm:chMax val="0"/>
          <dgm:chPref val="0"/>
        </dgm:presLayoutVars>
      </dgm:prSet>
      <dgm:spPr/>
    </dgm:pt>
    <dgm:pt modelId="{E19408C8-903A-4C7E-9A04-AA9500D23516}" type="pres">
      <dgm:prSet presAssocID="{A46A6B06-536C-428F-9490-C96283D91B5F}" presName="sibTrans" presStyleCnt="0"/>
      <dgm:spPr/>
    </dgm:pt>
    <dgm:pt modelId="{8D6EFD1D-9873-472E-8375-CE474E6BF47A}" type="pres">
      <dgm:prSet presAssocID="{5DF36309-3171-43F6-930C-BBEE452FA541}" presName="compNode" presStyleCnt="0"/>
      <dgm:spPr/>
    </dgm:pt>
    <dgm:pt modelId="{AF1BC1A9-0757-446A-A862-E086729C222D}" type="pres">
      <dgm:prSet presAssocID="{5DF36309-3171-43F6-930C-BBEE452FA541}" presName="bgRect" presStyleLbl="bgShp" presStyleIdx="4" presStyleCnt="5"/>
      <dgm:spPr>
        <a:solidFill>
          <a:schemeClr val="accent3">
            <a:lumMod val="20000"/>
            <a:lumOff val="80000"/>
          </a:schemeClr>
        </a:solidFill>
      </dgm:spPr>
    </dgm:pt>
    <dgm:pt modelId="{5502FA8B-E3CC-4E58-BD96-CD4AD3D4CB45}" type="pres">
      <dgm:prSet presAssocID="{5DF36309-3171-43F6-930C-BBEE452FA541}"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ethoscope"/>
        </a:ext>
      </dgm:extLst>
    </dgm:pt>
    <dgm:pt modelId="{0FCF0271-3693-4F98-B5C1-5A7B40395443}" type="pres">
      <dgm:prSet presAssocID="{5DF36309-3171-43F6-930C-BBEE452FA541}" presName="spaceRect" presStyleCnt="0"/>
      <dgm:spPr/>
    </dgm:pt>
    <dgm:pt modelId="{B3F26F3F-B639-4BE1-A577-7B1178FECB14}" type="pres">
      <dgm:prSet presAssocID="{5DF36309-3171-43F6-930C-BBEE452FA541}" presName="parTx" presStyleLbl="revTx" presStyleIdx="4" presStyleCnt="5">
        <dgm:presLayoutVars>
          <dgm:chMax val="0"/>
          <dgm:chPref val="0"/>
        </dgm:presLayoutVars>
      </dgm:prSet>
      <dgm:spPr/>
    </dgm:pt>
  </dgm:ptLst>
  <dgm:cxnLst>
    <dgm:cxn modelId="{5193613F-331B-40F7-98F2-4FC003BC1B5F}" srcId="{4EE78CF6-2BFD-4038-BE93-FF0A755DD84A}" destId="{2CA29A24-5826-4DF3-A01F-9322A6FDF3FC}" srcOrd="1" destOrd="0" parTransId="{12129BF1-631A-4690-BDFF-4BCA03782204}" sibTransId="{ECDFCD50-50F0-44F9-9AAD-C806EC9F4DF8}"/>
    <dgm:cxn modelId="{487CD141-974D-CF44-9406-4A4A06B80C7F}" type="presOf" srcId="{5DF36309-3171-43F6-930C-BBEE452FA541}" destId="{B3F26F3F-B639-4BE1-A577-7B1178FECB14}" srcOrd="0" destOrd="0" presId="urn:microsoft.com/office/officeart/2018/2/layout/IconVerticalSolidList"/>
    <dgm:cxn modelId="{E805DC50-4FC2-4BD5-9E51-BEF8F022655F}" srcId="{4EE78CF6-2BFD-4038-BE93-FF0A755DD84A}" destId="{1CEAC97C-2843-4D59-88EB-7A2D11DCAEBF}" srcOrd="0" destOrd="0" parTransId="{1489EFFC-B7D2-48B2-B7AE-1C2861ABF8BA}" sibTransId="{4595C9C6-9132-4E98-9862-C1B6B39A6EDF}"/>
    <dgm:cxn modelId="{07BB966D-2750-B544-864C-D78E5D590F8B}" type="presOf" srcId="{1CEAC97C-2843-4D59-88EB-7A2D11DCAEBF}" destId="{4ECC9702-40BF-4D84-AAF6-AFF7E1685151}" srcOrd="0" destOrd="0" presId="urn:microsoft.com/office/officeart/2018/2/layout/IconVerticalSolidList"/>
    <dgm:cxn modelId="{389D4B72-4E30-4196-BC8D-8949B3F3A74B}" srcId="{4EE78CF6-2BFD-4038-BE93-FF0A755DD84A}" destId="{5DF36309-3171-43F6-930C-BBEE452FA541}" srcOrd="4" destOrd="0" parTransId="{A45B927D-16F2-4FD2-BE7A-73BEC5B775A8}" sibTransId="{84102D27-A79C-4CF5-853E-5AB258FABAA7}"/>
    <dgm:cxn modelId="{D8238E7B-C36C-4BC4-A775-2A9BE91805DE}" srcId="{4EE78CF6-2BFD-4038-BE93-FF0A755DD84A}" destId="{0C6D0D3B-7FF5-4771-8FDF-B6F0DC716DBB}" srcOrd="3" destOrd="0" parTransId="{4B2C8CA9-A54F-4AE2-8EAE-FE8A5AE328FF}" sibTransId="{A46A6B06-536C-428F-9490-C96283D91B5F}"/>
    <dgm:cxn modelId="{0ACCA180-F26D-4712-9A47-00C3E40F7354}" srcId="{4EE78CF6-2BFD-4038-BE93-FF0A755DD84A}" destId="{EE0AB4E3-5AED-4F75-9637-4D11F6189E3B}" srcOrd="2" destOrd="0" parTransId="{5D248CCD-E269-4792-A082-8DA7FBFC4DF8}" sibTransId="{E6180E07-FDDF-4A5A-BE39-C4BA17093C4B}"/>
    <dgm:cxn modelId="{0AED9582-9B9F-0C4E-A8E2-D6BC51667442}" type="presOf" srcId="{EE0AB4E3-5AED-4F75-9637-4D11F6189E3B}" destId="{06E9A419-2B0D-42AD-8B38-B7AB548D2288}" srcOrd="0" destOrd="0" presId="urn:microsoft.com/office/officeart/2018/2/layout/IconVerticalSolidList"/>
    <dgm:cxn modelId="{5627278C-20C4-0846-B688-CCFA7967C06D}" type="presOf" srcId="{0C6D0D3B-7FF5-4771-8FDF-B6F0DC716DBB}" destId="{B55C661E-FC82-477F-8EB9-55DA9C961EDE}" srcOrd="0" destOrd="0" presId="urn:microsoft.com/office/officeart/2018/2/layout/IconVerticalSolidList"/>
    <dgm:cxn modelId="{9869E1B2-0157-3F42-84A4-6F3879B68016}" type="presOf" srcId="{2CA29A24-5826-4DF3-A01F-9322A6FDF3FC}" destId="{2439DB23-9E8E-4878-B09A-0BF6C9EC3320}" srcOrd="0" destOrd="0" presId="urn:microsoft.com/office/officeart/2018/2/layout/IconVerticalSolidList"/>
    <dgm:cxn modelId="{C86A37C6-D8C0-2444-9733-9A5BE1AC67C5}" type="presOf" srcId="{4EE78CF6-2BFD-4038-BE93-FF0A755DD84A}" destId="{278D7406-5C30-4A8C-A0A7-C3ABD4F3DD74}" srcOrd="0" destOrd="0" presId="urn:microsoft.com/office/officeart/2018/2/layout/IconVerticalSolidList"/>
    <dgm:cxn modelId="{17B72BC0-728D-034F-BD58-B50E6D33EE8F}" type="presParOf" srcId="{278D7406-5C30-4A8C-A0A7-C3ABD4F3DD74}" destId="{622CD6D0-2435-4D5C-B1AB-0ED81900DBCE}" srcOrd="0" destOrd="0" presId="urn:microsoft.com/office/officeart/2018/2/layout/IconVerticalSolidList"/>
    <dgm:cxn modelId="{20AFFAAF-7D15-CD4C-AB4C-609C09C9A939}" type="presParOf" srcId="{622CD6D0-2435-4D5C-B1AB-0ED81900DBCE}" destId="{C375F11D-437D-43C2-A0B7-FF6C6FD1E36E}" srcOrd="0" destOrd="0" presId="urn:microsoft.com/office/officeart/2018/2/layout/IconVerticalSolidList"/>
    <dgm:cxn modelId="{F87DE878-5F0A-704C-9B90-6734478165FD}" type="presParOf" srcId="{622CD6D0-2435-4D5C-B1AB-0ED81900DBCE}" destId="{5E204BBD-F045-4691-BE9B-04CEDE6C9774}" srcOrd="1" destOrd="0" presId="urn:microsoft.com/office/officeart/2018/2/layout/IconVerticalSolidList"/>
    <dgm:cxn modelId="{748D2524-CB0B-D543-9971-006A12D2623E}" type="presParOf" srcId="{622CD6D0-2435-4D5C-B1AB-0ED81900DBCE}" destId="{5CFDA068-FB93-4B93-9CEC-771852803A73}" srcOrd="2" destOrd="0" presId="urn:microsoft.com/office/officeart/2018/2/layout/IconVerticalSolidList"/>
    <dgm:cxn modelId="{3096F55C-03D5-E243-A6E3-A997611517EB}" type="presParOf" srcId="{622CD6D0-2435-4D5C-B1AB-0ED81900DBCE}" destId="{4ECC9702-40BF-4D84-AAF6-AFF7E1685151}" srcOrd="3" destOrd="0" presId="urn:microsoft.com/office/officeart/2018/2/layout/IconVerticalSolidList"/>
    <dgm:cxn modelId="{58A8403A-4F95-8047-9802-71E7159719A8}" type="presParOf" srcId="{278D7406-5C30-4A8C-A0A7-C3ABD4F3DD74}" destId="{994F52D7-8AC0-4E60-8858-27564764338D}" srcOrd="1" destOrd="0" presId="urn:microsoft.com/office/officeart/2018/2/layout/IconVerticalSolidList"/>
    <dgm:cxn modelId="{AC9B5445-CEC3-EA48-AAD1-A5783F5C3F8A}" type="presParOf" srcId="{278D7406-5C30-4A8C-A0A7-C3ABD4F3DD74}" destId="{5A8F8F92-228D-46F5-9143-E36731D85A0B}" srcOrd="2" destOrd="0" presId="urn:microsoft.com/office/officeart/2018/2/layout/IconVerticalSolidList"/>
    <dgm:cxn modelId="{5A2227EE-2FC4-DE41-A017-768ED1BDCD46}" type="presParOf" srcId="{5A8F8F92-228D-46F5-9143-E36731D85A0B}" destId="{4257E664-8B3E-4C1A-8BB3-15DA77BBD405}" srcOrd="0" destOrd="0" presId="urn:microsoft.com/office/officeart/2018/2/layout/IconVerticalSolidList"/>
    <dgm:cxn modelId="{649E8216-CEA3-8342-97B8-9D03E6A3EAE3}" type="presParOf" srcId="{5A8F8F92-228D-46F5-9143-E36731D85A0B}" destId="{F885D86A-A977-4024-B06D-F63D280F2399}" srcOrd="1" destOrd="0" presId="urn:microsoft.com/office/officeart/2018/2/layout/IconVerticalSolidList"/>
    <dgm:cxn modelId="{E443F773-6444-974C-8E45-32C8FE6976FD}" type="presParOf" srcId="{5A8F8F92-228D-46F5-9143-E36731D85A0B}" destId="{8672ED53-C5B4-48C0-9A55-30D60891CA2C}" srcOrd="2" destOrd="0" presId="urn:microsoft.com/office/officeart/2018/2/layout/IconVerticalSolidList"/>
    <dgm:cxn modelId="{B7EA9F9A-ACE2-624D-B48C-77B5DA63C1B6}" type="presParOf" srcId="{5A8F8F92-228D-46F5-9143-E36731D85A0B}" destId="{2439DB23-9E8E-4878-B09A-0BF6C9EC3320}" srcOrd="3" destOrd="0" presId="urn:microsoft.com/office/officeart/2018/2/layout/IconVerticalSolidList"/>
    <dgm:cxn modelId="{89700434-174E-9345-A3AA-7FBA34BD7FD5}" type="presParOf" srcId="{278D7406-5C30-4A8C-A0A7-C3ABD4F3DD74}" destId="{563E3491-97A5-4F89-9490-5302F31A8331}" srcOrd="3" destOrd="0" presId="urn:microsoft.com/office/officeart/2018/2/layout/IconVerticalSolidList"/>
    <dgm:cxn modelId="{891C67BC-A682-AF43-ABB9-9C8D8804708A}" type="presParOf" srcId="{278D7406-5C30-4A8C-A0A7-C3ABD4F3DD74}" destId="{B69A4DC4-9E39-4C74-983A-2E1B6F3AB1E3}" srcOrd="4" destOrd="0" presId="urn:microsoft.com/office/officeart/2018/2/layout/IconVerticalSolidList"/>
    <dgm:cxn modelId="{C38F851D-C79D-9E47-9168-2B8F4EBC716C}" type="presParOf" srcId="{B69A4DC4-9E39-4C74-983A-2E1B6F3AB1E3}" destId="{16CEDB17-B40A-428E-9A54-3289EDD52C3D}" srcOrd="0" destOrd="0" presId="urn:microsoft.com/office/officeart/2018/2/layout/IconVerticalSolidList"/>
    <dgm:cxn modelId="{FB24D184-705E-B140-AED3-E5E81BE43F75}" type="presParOf" srcId="{B69A4DC4-9E39-4C74-983A-2E1B6F3AB1E3}" destId="{940778BA-E739-4782-94A2-8289E01A0F75}" srcOrd="1" destOrd="0" presId="urn:microsoft.com/office/officeart/2018/2/layout/IconVerticalSolidList"/>
    <dgm:cxn modelId="{8B63C822-CFDD-6046-860E-32339C2BE200}" type="presParOf" srcId="{B69A4DC4-9E39-4C74-983A-2E1B6F3AB1E3}" destId="{696EADF3-0EFC-4CCF-9F1F-F079AC9D2972}" srcOrd="2" destOrd="0" presId="urn:microsoft.com/office/officeart/2018/2/layout/IconVerticalSolidList"/>
    <dgm:cxn modelId="{8A200DF4-2C58-9049-8D2A-8E9E26F008B4}" type="presParOf" srcId="{B69A4DC4-9E39-4C74-983A-2E1B6F3AB1E3}" destId="{06E9A419-2B0D-42AD-8B38-B7AB548D2288}" srcOrd="3" destOrd="0" presId="urn:microsoft.com/office/officeart/2018/2/layout/IconVerticalSolidList"/>
    <dgm:cxn modelId="{93A89B8B-ED0A-7B46-9AF4-9D3C429C3DC2}" type="presParOf" srcId="{278D7406-5C30-4A8C-A0A7-C3ABD4F3DD74}" destId="{62BDA72D-AEEA-447D-BC33-FE78575C05F1}" srcOrd="5" destOrd="0" presId="urn:microsoft.com/office/officeart/2018/2/layout/IconVerticalSolidList"/>
    <dgm:cxn modelId="{7FAA2428-7F69-6048-90CB-ED0C6E251E2D}" type="presParOf" srcId="{278D7406-5C30-4A8C-A0A7-C3ABD4F3DD74}" destId="{D91B0163-368A-46EC-AD4D-4360C75223F7}" srcOrd="6" destOrd="0" presId="urn:microsoft.com/office/officeart/2018/2/layout/IconVerticalSolidList"/>
    <dgm:cxn modelId="{9A13B73F-501A-5641-8DF8-E92CE3239D4C}" type="presParOf" srcId="{D91B0163-368A-46EC-AD4D-4360C75223F7}" destId="{BAE13429-30E5-42DC-80D4-8BAEA0E2E40D}" srcOrd="0" destOrd="0" presId="urn:microsoft.com/office/officeart/2018/2/layout/IconVerticalSolidList"/>
    <dgm:cxn modelId="{52A22372-E909-384E-BB3C-80A499B3615A}" type="presParOf" srcId="{D91B0163-368A-46EC-AD4D-4360C75223F7}" destId="{798CE41C-7A18-4F41-98FA-553B44A14199}" srcOrd="1" destOrd="0" presId="urn:microsoft.com/office/officeart/2018/2/layout/IconVerticalSolidList"/>
    <dgm:cxn modelId="{E4B7AF1C-F50B-2144-8130-D751F2064857}" type="presParOf" srcId="{D91B0163-368A-46EC-AD4D-4360C75223F7}" destId="{2797D60A-A833-4F01-9C94-7551238BBA32}" srcOrd="2" destOrd="0" presId="urn:microsoft.com/office/officeart/2018/2/layout/IconVerticalSolidList"/>
    <dgm:cxn modelId="{AB7F1FC8-932F-8549-8B9B-4E7B3BF1EAC4}" type="presParOf" srcId="{D91B0163-368A-46EC-AD4D-4360C75223F7}" destId="{B55C661E-FC82-477F-8EB9-55DA9C961EDE}" srcOrd="3" destOrd="0" presId="urn:microsoft.com/office/officeart/2018/2/layout/IconVerticalSolidList"/>
    <dgm:cxn modelId="{133E4084-2365-0949-9D87-47482C033FB0}" type="presParOf" srcId="{278D7406-5C30-4A8C-A0A7-C3ABD4F3DD74}" destId="{E19408C8-903A-4C7E-9A04-AA9500D23516}" srcOrd="7" destOrd="0" presId="urn:microsoft.com/office/officeart/2018/2/layout/IconVerticalSolidList"/>
    <dgm:cxn modelId="{64234AD5-22F0-DD49-BA3C-783023A39470}" type="presParOf" srcId="{278D7406-5C30-4A8C-A0A7-C3ABD4F3DD74}" destId="{8D6EFD1D-9873-472E-8375-CE474E6BF47A}" srcOrd="8" destOrd="0" presId="urn:microsoft.com/office/officeart/2018/2/layout/IconVerticalSolidList"/>
    <dgm:cxn modelId="{17D7697D-F12C-354F-9395-5B0DE7E5A28D}" type="presParOf" srcId="{8D6EFD1D-9873-472E-8375-CE474E6BF47A}" destId="{AF1BC1A9-0757-446A-A862-E086729C222D}" srcOrd="0" destOrd="0" presId="urn:microsoft.com/office/officeart/2018/2/layout/IconVerticalSolidList"/>
    <dgm:cxn modelId="{72EA6DF8-8A67-5746-B723-E03D92B0F2BA}" type="presParOf" srcId="{8D6EFD1D-9873-472E-8375-CE474E6BF47A}" destId="{5502FA8B-E3CC-4E58-BD96-CD4AD3D4CB45}" srcOrd="1" destOrd="0" presId="urn:microsoft.com/office/officeart/2018/2/layout/IconVerticalSolidList"/>
    <dgm:cxn modelId="{91D3C3B5-2242-A04C-8243-6666B25947C4}" type="presParOf" srcId="{8D6EFD1D-9873-472E-8375-CE474E6BF47A}" destId="{0FCF0271-3693-4F98-B5C1-5A7B40395443}" srcOrd="2" destOrd="0" presId="urn:microsoft.com/office/officeart/2018/2/layout/IconVerticalSolidList"/>
    <dgm:cxn modelId="{5531E05C-A050-C444-BCE6-F741BC8E272D}" type="presParOf" srcId="{8D6EFD1D-9873-472E-8375-CE474E6BF47A}" destId="{B3F26F3F-B639-4BE1-A577-7B1178FECB1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EE78CF6-2BFD-4038-BE93-FF0A755DD84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CEAC97C-2843-4D59-88EB-7A2D11DCAEBF}">
      <dgm:prSet custT="1"/>
      <dgm:spPr/>
      <dgm:t>
        <a:bodyPr/>
        <a:lstStyle/>
        <a:p>
          <a:pPr>
            <a:lnSpc>
              <a:spcPct val="100000"/>
            </a:lnSpc>
          </a:pPr>
          <a:r>
            <a:rPr lang="en-US" sz="2800" dirty="0"/>
            <a:t>●  No Height/Weight requirement </a:t>
          </a:r>
        </a:p>
      </dgm:t>
    </dgm:pt>
    <dgm:pt modelId="{1489EFFC-B7D2-48B2-B7AE-1C2861ABF8BA}" type="parTrans" cxnId="{E805DC50-4FC2-4BD5-9E51-BEF8F022655F}">
      <dgm:prSet/>
      <dgm:spPr/>
      <dgm:t>
        <a:bodyPr/>
        <a:lstStyle/>
        <a:p>
          <a:endParaRPr lang="en-US"/>
        </a:p>
      </dgm:t>
    </dgm:pt>
    <dgm:pt modelId="{4595C9C6-9132-4E98-9862-C1B6B39A6EDF}" type="sibTrans" cxnId="{E805DC50-4FC2-4BD5-9E51-BEF8F022655F}">
      <dgm:prSet/>
      <dgm:spPr/>
      <dgm:t>
        <a:bodyPr/>
        <a:lstStyle/>
        <a:p>
          <a:endParaRPr lang="en-US"/>
        </a:p>
      </dgm:t>
    </dgm:pt>
    <dgm:pt modelId="{2CA29A24-5826-4DF3-A01F-9322A6FDF3FC}">
      <dgm:prSet custT="1"/>
      <dgm:spPr/>
      <dgm:t>
        <a:bodyPr/>
        <a:lstStyle/>
        <a:p>
          <a:pPr>
            <a:lnSpc>
              <a:spcPct val="100000"/>
            </a:lnSpc>
          </a:pPr>
          <a:r>
            <a:rPr lang="en-US" sz="2800" dirty="0"/>
            <a:t>●  Issue age is age of </a:t>
          </a:r>
          <a:r>
            <a:rPr lang="en-US" sz="2800" b="1" dirty="0"/>
            <a:t>LAST</a:t>
          </a:r>
          <a:r>
            <a:rPr lang="en-US" sz="2800" dirty="0"/>
            <a:t> birthday </a:t>
          </a:r>
        </a:p>
      </dgm:t>
    </dgm:pt>
    <dgm:pt modelId="{12129BF1-631A-4690-BDFF-4BCA03782204}" type="parTrans" cxnId="{5193613F-331B-40F7-98F2-4FC003BC1B5F}">
      <dgm:prSet/>
      <dgm:spPr/>
      <dgm:t>
        <a:bodyPr/>
        <a:lstStyle/>
        <a:p>
          <a:endParaRPr lang="en-US"/>
        </a:p>
      </dgm:t>
    </dgm:pt>
    <dgm:pt modelId="{ECDFCD50-50F0-44F9-9AAD-C806EC9F4DF8}" type="sibTrans" cxnId="{5193613F-331B-40F7-98F2-4FC003BC1B5F}">
      <dgm:prSet/>
      <dgm:spPr/>
      <dgm:t>
        <a:bodyPr/>
        <a:lstStyle/>
        <a:p>
          <a:endParaRPr lang="en-US"/>
        </a:p>
      </dgm:t>
    </dgm:pt>
    <dgm:pt modelId="{EE0AB4E3-5AED-4F75-9637-4D11F6189E3B}">
      <dgm:prSet custT="1"/>
      <dgm:spPr/>
      <dgm:t>
        <a:bodyPr/>
        <a:lstStyle/>
        <a:p>
          <a:pPr>
            <a:lnSpc>
              <a:spcPct val="100000"/>
            </a:lnSpc>
          </a:pPr>
          <a:r>
            <a:rPr lang="en-US" sz="2800" dirty="0"/>
            <a:t>●  No MIB or RX </a:t>
          </a:r>
        </a:p>
      </dgm:t>
    </dgm:pt>
    <dgm:pt modelId="{5D248CCD-E269-4792-A082-8DA7FBFC4DF8}" type="parTrans" cxnId="{0ACCA180-F26D-4712-9A47-00C3E40F7354}">
      <dgm:prSet/>
      <dgm:spPr/>
      <dgm:t>
        <a:bodyPr/>
        <a:lstStyle/>
        <a:p>
          <a:endParaRPr lang="en-US"/>
        </a:p>
      </dgm:t>
    </dgm:pt>
    <dgm:pt modelId="{E6180E07-FDDF-4A5A-BE39-C4BA17093C4B}" type="sibTrans" cxnId="{0ACCA180-F26D-4712-9A47-00C3E40F7354}">
      <dgm:prSet/>
      <dgm:spPr/>
      <dgm:t>
        <a:bodyPr/>
        <a:lstStyle/>
        <a:p>
          <a:endParaRPr lang="en-US"/>
        </a:p>
      </dgm:t>
    </dgm:pt>
    <dgm:pt modelId="{0C6D0D3B-7FF5-4771-8FDF-B6F0DC716DBB}">
      <dgm:prSet custT="1"/>
      <dgm:spPr/>
      <dgm:t>
        <a:bodyPr/>
        <a:lstStyle/>
        <a:p>
          <a:pPr>
            <a:lnSpc>
              <a:spcPct val="100000"/>
            </a:lnSpc>
          </a:pPr>
          <a:r>
            <a:rPr lang="en-US" sz="2800" dirty="0"/>
            <a:t>●  No tobacco usage question </a:t>
          </a:r>
        </a:p>
      </dgm:t>
    </dgm:pt>
    <dgm:pt modelId="{4B2C8CA9-A54F-4AE2-8EAE-FE8A5AE328FF}" type="parTrans" cxnId="{D8238E7B-C36C-4BC4-A775-2A9BE91805DE}">
      <dgm:prSet/>
      <dgm:spPr/>
      <dgm:t>
        <a:bodyPr/>
        <a:lstStyle/>
        <a:p>
          <a:endParaRPr lang="en-US"/>
        </a:p>
      </dgm:t>
    </dgm:pt>
    <dgm:pt modelId="{A46A6B06-536C-428F-9490-C96283D91B5F}" type="sibTrans" cxnId="{D8238E7B-C36C-4BC4-A775-2A9BE91805DE}">
      <dgm:prSet/>
      <dgm:spPr/>
      <dgm:t>
        <a:bodyPr/>
        <a:lstStyle/>
        <a:p>
          <a:endParaRPr lang="en-US"/>
        </a:p>
      </dgm:t>
    </dgm:pt>
    <dgm:pt modelId="{5DF36309-3171-43F6-930C-BBEE452FA541}">
      <dgm:prSet custT="1"/>
      <dgm:spPr/>
      <dgm:t>
        <a:bodyPr/>
        <a:lstStyle/>
        <a:p>
          <a:pPr>
            <a:lnSpc>
              <a:spcPct val="100000"/>
            </a:lnSpc>
          </a:pPr>
          <a:r>
            <a:rPr lang="en-US" sz="2800" dirty="0"/>
            <a:t>●  Physician information is recommended but is not required </a:t>
          </a:r>
        </a:p>
      </dgm:t>
    </dgm:pt>
    <dgm:pt modelId="{A45B927D-16F2-4FD2-BE7A-73BEC5B775A8}" type="parTrans" cxnId="{389D4B72-4E30-4196-BC8D-8949B3F3A74B}">
      <dgm:prSet/>
      <dgm:spPr/>
      <dgm:t>
        <a:bodyPr/>
        <a:lstStyle/>
        <a:p>
          <a:endParaRPr lang="en-US"/>
        </a:p>
      </dgm:t>
    </dgm:pt>
    <dgm:pt modelId="{84102D27-A79C-4CF5-853E-5AB258FABAA7}" type="sibTrans" cxnId="{389D4B72-4E30-4196-BC8D-8949B3F3A74B}">
      <dgm:prSet/>
      <dgm:spPr/>
      <dgm:t>
        <a:bodyPr/>
        <a:lstStyle/>
        <a:p>
          <a:endParaRPr lang="en-US"/>
        </a:p>
      </dgm:t>
    </dgm:pt>
    <dgm:pt modelId="{278D7406-5C30-4A8C-A0A7-C3ABD4F3DD74}" type="pres">
      <dgm:prSet presAssocID="{4EE78CF6-2BFD-4038-BE93-FF0A755DD84A}" presName="root" presStyleCnt="0">
        <dgm:presLayoutVars>
          <dgm:dir/>
          <dgm:resizeHandles val="exact"/>
        </dgm:presLayoutVars>
      </dgm:prSet>
      <dgm:spPr/>
    </dgm:pt>
    <dgm:pt modelId="{622CD6D0-2435-4D5C-B1AB-0ED81900DBCE}" type="pres">
      <dgm:prSet presAssocID="{1CEAC97C-2843-4D59-88EB-7A2D11DCAEBF}" presName="compNode" presStyleCnt="0"/>
      <dgm:spPr/>
    </dgm:pt>
    <dgm:pt modelId="{C375F11D-437D-43C2-A0B7-FF6C6FD1E36E}" type="pres">
      <dgm:prSet presAssocID="{1CEAC97C-2843-4D59-88EB-7A2D11DCAEBF}" presName="bgRect" presStyleLbl="bgShp" presStyleIdx="0" presStyleCnt="5" custLinFactY="-36344" custLinFactNeighborX="-6625" custLinFactNeighborY="-100000"/>
      <dgm:spPr>
        <a:solidFill>
          <a:schemeClr val="accent3">
            <a:lumMod val="20000"/>
            <a:lumOff val="80000"/>
          </a:schemeClr>
        </a:solidFill>
      </dgm:spPr>
    </dgm:pt>
    <dgm:pt modelId="{5E204BBD-F045-4691-BE9B-04CEDE6C9774}" type="pres">
      <dgm:prSet presAssocID="{1CEAC97C-2843-4D59-88EB-7A2D11DCAEB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ale"/>
        </a:ext>
      </dgm:extLst>
    </dgm:pt>
    <dgm:pt modelId="{5CFDA068-FB93-4B93-9CEC-771852803A73}" type="pres">
      <dgm:prSet presAssocID="{1CEAC97C-2843-4D59-88EB-7A2D11DCAEBF}" presName="spaceRect" presStyleCnt="0"/>
      <dgm:spPr/>
    </dgm:pt>
    <dgm:pt modelId="{4ECC9702-40BF-4D84-AAF6-AFF7E1685151}" type="pres">
      <dgm:prSet presAssocID="{1CEAC97C-2843-4D59-88EB-7A2D11DCAEBF}" presName="parTx" presStyleLbl="revTx" presStyleIdx="0" presStyleCnt="5">
        <dgm:presLayoutVars>
          <dgm:chMax val="0"/>
          <dgm:chPref val="0"/>
        </dgm:presLayoutVars>
      </dgm:prSet>
      <dgm:spPr/>
    </dgm:pt>
    <dgm:pt modelId="{994F52D7-8AC0-4E60-8858-27564764338D}" type="pres">
      <dgm:prSet presAssocID="{4595C9C6-9132-4E98-9862-C1B6B39A6EDF}" presName="sibTrans" presStyleCnt="0"/>
      <dgm:spPr/>
    </dgm:pt>
    <dgm:pt modelId="{5A8F8F92-228D-46F5-9143-E36731D85A0B}" type="pres">
      <dgm:prSet presAssocID="{2CA29A24-5826-4DF3-A01F-9322A6FDF3FC}" presName="compNode" presStyleCnt="0"/>
      <dgm:spPr/>
    </dgm:pt>
    <dgm:pt modelId="{4257E664-8B3E-4C1A-8BB3-15DA77BBD405}" type="pres">
      <dgm:prSet presAssocID="{2CA29A24-5826-4DF3-A01F-9322A6FDF3FC}" presName="bgRect" presStyleLbl="bgShp" presStyleIdx="1" presStyleCnt="5"/>
      <dgm:spPr>
        <a:solidFill>
          <a:schemeClr val="accent3">
            <a:lumMod val="20000"/>
            <a:lumOff val="80000"/>
          </a:schemeClr>
        </a:solidFill>
      </dgm:spPr>
    </dgm:pt>
    <dgm:pt modelId="{F885D86A-A977-4024-B06D-F63D280F2399}" type="pres">
      <dgm:prSet presAssocID="{2CA29A24-5826-4DF3-A01F-9322A6FDF3F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erson with Cane"/>
        </a:ext>
      </dgm:extLst>
    </dgm:pt>
    <dgm:pt modelId="{8672ED53-C5B4-48C0-9A55-30D60891CA2C}" type="pres">
      <dgm:prSet presAssocID="{2CA29A24-5826-4DF3-A01F-9322A6FDF3FC}" presName="spaceRect" presStyleCnt="0"/>
      <dgm:spPr/>
    </dgm:pt>
    <dgm:pt modelId="{2439DB23-9E8E-4878-B09A-0BF6C9EC3320}" type="pres">
      <dgm:prSet presAssocID="{2CA29A24-5826-4DF3-A01F-9322A6FDF3FC}" presName="parTx" presStyleLbl="revTx" presStyleIdx="1" presStyleCnt="5">
        <dgm:presLayoutVars>
          <dgm:chMax val="0"/>
          <dgm:chPref val="0"/>
        </dgm:presLayoutVars>
      </dgm:prSet>
      <dgm:spPr/>
    </dgm:pt>
    <dgm:pt modelId="{563E3491-97A5-4F89-9490-5302F31A8331}" type="pres">
      <dgm:prSet presAssocID="{ECDFCD50-50F0-44F9-9AAD-C806EC9F4DF8}" presName="sibTrans" presStyleCnt="0"/>
      <dgm:spPr/>
    </dgm:pt>
    <dgm:pt modelId="{B69A4DC4-9E39-4C74-983A-2E1B6F3AB1E3}" type="pres">
      <dgm:prSet presAssocID="{EE0AB4E3-5AED-4F75-9637-4D11F6189E3B}" presName="compNode" presStyleCnt="0"/>
      <dgm:spPr/>
    </dgm:pt>
    <dgm:pt modelId="{16CEDB17-B40A-428E-9A54-3289EDD52C3D}" type="pres">
      <dgm:prSet presAssocID="{EE0AB4E3-5AED-4F75-9637-4D11F6189E3B}" presName="bgRect" presStyleLbl="bgShp" presStyleIdx="2" presStyleCnt="5"/>
      <dgm:spPr>
        <a:solidFill>
          <a:schemeClr val="accent3">
            <a:lumMod val="20000"/>
            <a:lumOff val="80000"/>
          </a:schemeClr>
        </a:solidFill>
      </dgm:spPr>
    </dgm:pt>
    <dgm:pt modelId="{940778BA-E739-4782-94A2-8289E01A0F75}" type="pres">
      <dgm:prSet presAssocID="{EE0AB4E3-5AED-4F75-9637-4D11F6189E3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696EADF3-0EFC-4CCF-9F1F-F079AC9D2972}" type="pres">
      <dgm:prSet presAssocID="{EE0AB4E3-5AED-4F75-9637-4D11F6189E3B}" presName="spaceRect" presStyleCnt="0"/>
      <dgm:spPr/>
    </dgm:pt>
    <dgm:pt modelId="{06E9A419-2B0D-42AD-8B38-B7AB548D2288}" type="pres">
      <dgm:prSet presAssocID="{EE0AB4E3-5AED-4F75-9637-4D11F6189E3B}" presName="parTx" presStyleLbl="revTx" presStyleIdx="2" presStyleCnt="5">
        <dgm:presLayoutVars>
          <dgm:chMax val="0"/>
          <dgm:chPref val="0"/>
        </dgm:presLayoutVars>
      </dgm:prSet>
      <dgm:spPr/>
    </dgm:pt>
    <dgm:pt modelId="{62BDA72D-AEEA-447D-BC33-FE78575C05F1}" type="pres">
      <dgm:prSet presAssocID="{E6180E07-FDDF-4A5A-BE39-C4BA17093C4B}" presName="sibTrans" presStyleCnt="0"/>
      <dgm:spPr/>
    </dgm:pt>
    <dgm:pt modelId="{D91B0163-368A-46EC-AD4D-4360C75223F7}" type="pres">
      <dgm:prSet presAssocID="{0C6D0D3B-7FF5-4771-8FDF-B6F0DC716DBB}" presName="compNode" presStyleCnt="0"/>
      <dgm:spPr/>
    </dgm:pt>
    <dgm:pt modelId="{BAE13429-30E5-42DC-80D4-8BAEA0E2E40D}" type="pres">
      <dgm:prSet presAssocID="{0C6D0D3B-7FF5-4771-8FDF-B6F0DC716DBB}" presName="bgRect" presStyleLbl="bgShp" presStyleIdx="3" presStyleCnt="5"/>
      <dgm:spPr>
        <a:solidFill>
          <a:schemeClr val="accent1">
            <a:lumMod val="20000"/>
            <a:lumOff val="80000"/>
          </a:schemeClr>
        </a:solidFill>
      </dgm:spPr>
    </dgm:pt>
    <dgm:pt modelId="{798CE41C-7A18-4F41-98FA-553B44A14199}" type="pres">
      <dgm:prSet presAssocID="{0C6D0D3B-7FF5-4771-8FDF-B6F0DC716DB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moking"/>
        </a:ext>
      </dgm:extLst>
    </dgm:pt>
    <dgm:pt modelId="{2797D60A-A833-4F01-9C94-7551238BBA32}" type="pres">
      <dgm:prSet presAssocID="{0C6D0D3B-7FF5-4771-8FDF-B6F0DC716DBB}" presName="spaceRect" presStyleCnt="0"/>
      <dgm:spPr/>
    </dgm:pt>
    <dgm:pt modelId="{B55C661E-FC82-477F-8EB9-55DA9C961EDE}" type="pres">
      <dgm:prSet presAssocID="{0C6D0D3B-7FF5-4771-8FDF-B6F0DC716DBB}" presName="parTx" presStyleLbl="revTx" presStyleIdx="3" presStyleCnt="5">
        <dgm:presLayoutVars>
          <dgm:chMax val="0"/>
          <dgm:chPref val="0"/>
        </dgm:presLayoutVars>
      </dgm:prSet>
      <dgm:spPr/>
    </dgm:pt>
    <dgm:pt modelId="{E19408C8-903A-4C7E-9A04-AA9500D23516}" type="pres">
      <dgm:prSet presAssocID="{A46A6B06-536C-428F-9490-C96283D91B5F}" presName="sibTrans" presStyleCnt="0"/>
      <dgm:spPr/>
    </dgm:pt>
    <dgm:pt modelId="{8D6EFD1D-9873-472E-8375-CE474E6BF47A}" type="pres">
      <dgm:prSet presAssocID="{5DF36309-3171-43F6-930C-BBEE452FA541}" presName="compNode" presStyleCnt="0"/>
      <dgm:spPr/>
    </dgm:pt>
    <dgm:pt modelId="{AF1BC1A9-0757-446A-A862-E086729C222D}" type="pres">
      <dgm:prSet presAssocID="{5DF36309-3171-43F6-930C-BBEE452FA541}" presName="bgRect" presStyleLbl="bgShp" presStyleIdx="4" presStyleCnt="5"/>
      <dgm:spPr>
        <a:solidFill>
          <a:schemeClr val="accent3">
            <a:lumMod val="20000"/>
            <a:lumOff val="80000"/>
          </a:schemeClr>
        </a:solidFill>
      </dgm:spPr>
    </dgm:pt>
    <dgm:pt modelId="{5502FA8B-E3CC-4E58-BD96-CD4AD3D4CB45}" type="pres">
      <dgm:prSet presAssocID="{5DF36309-3171-43F6-930C-BBEE452FA541}"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ethoscope"/>
        </a:ext>
      </dgm:extLst>
    </dgm:pt>
    <dgm:pt modelId="{0FCF0271-3693-4F98-B5C1-5A7B40395443}" type="pres">
      <dgm:prSet presAssocID="{5DF36309-3171-43F6-930C-BBEE452FA541}" presName="spaceRect" presStyleCnt="0"/>
      <dgm:spPr/>
    </dgm:pt>
    <dgm:pt modelId="{B3F26F3F-B639-4BE1-A577-7B1178FECB14}" type="pres">
      <dgm:prSet presAssocID="{5DF36309-3171-43F6-930C-BBEE452FA541}" presName="parTx" presStyleLbl="revTx" presStyleIdx="4" presStyleCnt="5">
        <dgm:presLayoutVars>
          <dgm:chMax val="0"/>
          <dgm:chPref val="0"/>
        </dgm:presLayoutVars>
      </dgm:prSet>
      <dgm:spPr/>
    </dgm:pt>
  </dgm:ptLst>
  <dgm:cxnLst>
    <dgm:cxn modelId="{5193613F-331B-40F7-98F2-4FC003BC1B5F}" srcId="{4EE78CF6-2BFD-4038-BE93-FF0A755DD84A}" destId="{2CA29A24-5826-4DF3-A01F-9322A6FDF3FC}" srcOrd="1" destOrd="0" parTransId="{12129BF1-631A-4690-BDFF-4BCA03782204}" sibTransId="{ECDFCD50-50F0-44F9-9AAD-C806EC9F4DF8}"/>
    <dgm:cxn modelId="{487CD141-974D-CF44-9406-4A4A06B80C7F}" type="presOf" srcId="{5DF36309-3171-43F6-930C-BBEE452FA541}" destId="{B3F26F3F-B639-4BE1-A577-7B1178FECB14}" srcOrd="0" destOrd="0" presId="urn:microsoft.com/office/officeart/2018/2/layout/IconVerticalSolidList"/>
    <dgm:cxn modelId="{E805DC50-4FC2-4BD5-9E51-BEF8F022655F}" srcId="{4EE78CF6-2BFD-4038-BE93-FF0A755DD84A}" destId="{1CEAC97C-2843-4D59-88EB-7A2D11DCAEBF}" srcOrd="0" destOrd="0" parTransId="{1489EFFC-B7D2-48B2-B7AE-1C2861ABF8BA}" sibTransId="{4595C9C6-9132-4E98-9862-C1B6B39A6EDF}"/>
    <dgm:cxn modelId="{07BB966D-2750-B544-864C-D78E5D590F8B}" type="presOf" srcId="{1CEAC97C-2843-4D59-88EB-7A2D11DCAEBF}" destId="{4ECC9702-40BF-4D84-AAF6-AFF7E1685151}" srcOrd="0" destOrd="0" presId="urn:microsoft.com/office/officeart/2018/2/layout/IconVerticalSolidList"/>
    <dgm:cxn modelId="{389D4B72-4E30-4196-BC8D-8949B3F3A74B}" srcId="{4EE78CF6-2BFD-4038-BE93-FF0A755DD84A}" destId="{5DF36309-3171-43F6-930C-BBEE452FA541}" srcOrd="4" destOrd="0" parTransId="{A45B927D-16F2-4FD2-BE7A-73BEC5B775A8}" sibTransId="{84102D27-A79C-4CF5-853E-5AB258FABAA7}"/>
    <dgm:cxn modelId="{D8238E7B-C36C-4BC4-A775-2A9BE91805DE}" srcId="{4EE78CF6-2BFD-4038-BE93-FF0A755DD84A}" destId="{0C6D0D3B-7FF5-4771-8FDF-B6F0DC716DBB}" srcOrd="3" destOrd="0" parTransId="{4B2C8CA9-A54F-4AE2-8EAE-FE8A5AE328FF}" sibTransId="{A46A6B06-536C-428F-9490-C96283D91B5F}"/>
    <dgm:cxn modelId="{0ACCA180-F26D-4712-9A47-00C3E40F7354}" srcId="{4EE78CF6-2BFD-4038-BE93-FF0A755DD84A}" destId="{EE0AB4E3-5AED-4F75-9637-4D11F6189E3B}" srcOrd="2" destOrd="0" parTransId="{5D248CCD-E269-4792-A082-8DA7FBFC4DF8}" sibTransId="{E6180E07-FDDF-4A5A-BE39-C4BA17093C4B}"/>
    <dgm:cxn modelId="{0AED9582-9B9F-0C4E-A8E2-D6BC51667442}" type="presOf" srcId="{EE0AB4E3-5AED-4F75-9637-4D11F6189E3B}" destId="{06E9A419-2B0D-42AD-8B38-B7AB548D2288}" srcOrd="0" destOrd="0" presId="urn:microsoft.com/office/officeart/2018/2/layout/IconVerticalSolidList"/>
    <dgm:cxn modelId="{5627278C-20C4-0846-B688-CCFA7967C06D}" type="presOf" srcId="{0C6D0D3B-7FF5-4771-8FDF-B6F0DC716DBB}" destId="{B55C661E-FC82-477F-8EB9-55DA9C961EDE}" srcOrd="0" destOrd="0" presId="urn:microsoft.com/office/officeart/2018/2/layout/IconVerticalSolidList"/>
    <dgm:cxn modelId="{9869E1B2-0157-3F42-84A4-6F3879B68016}" type="presOf" srcId="{2CA29A24-5826-4DF3-A01F-9322A6FDF3FC}" destId="{2439DB23-9E8E-4878-B09A-0BF6C9EC3320}" srcOrd="0" destOrd="0" presId="urn:microsoft.com/office/officeart/2018/2/layout/IconVerticalSolidList"/>
    <dgm:cxn modelId="{C86A37C6-D8C0-2444-9733-9A5BE1AC67C5}" type="presOf" srcId="{4EE78CF6-2BFD-4038-BE93-FF0A755DD84A}" destId="{278D7406-5C30-4A8C-A0A7-C3ABD4F3DD74}" srcOrd="0" destOrd="0" presId="urn:microsoft.com/office/officeart/2018/2/layout/IconVerticalSolidList"/>
    <dgm:cxn modelId="{17B72BC0-728D-034F-BD58-B50E6D33EE8F}" type="presParOf" srcId="{278D7406-5C30-4A8C-A0A7-C3ABD4F3DD74}" destId="{622CD6D0-2435-4D5C-B1AB-0ED81900DBCE}" srcOrd="0" destOrd="0" presId="urn:microsoft.com/office/officeart/2018/2/layout/IconVerticalSolidList"/>
    <dgm:cxn modelId="{20AFFAAF-7D15-CD4C-AB4C-609C09C9A939}" type="presParOf" srcId="{622CD6D0-2435-4D5C-B1AB-0ED81900DBCE}" destId="{C375F11D-437D-43C2-A0B7-FF6C6FD1E36E}" srcOrd="0" destOrd="0" presId="urn:microsoft.com/office/officeart/2018/2/layout/IconVerticalSolidList"/>
    <dgm:cxn modelId="{F87DE878-5F0A-704C-9B90-6734478165FD}" type="presParOf" srcId="{622CD6D0-2435-4D5C-B1AB-0ED81900DBCE}" destId="{5E204BBD-F045-4691-BE9B-04CEDE6C9774}" srcOrd="1" destOrd="0" presId="urn:microsoft.com/office/officeart/2018/2/layout/IconVerticalSolidList"/>
    <dgm:cxn modelId="{748D2524-CB0B-D543-9971-006A12D2623E}" type="presParOf" srcId="{622CD6D0-2435-4D5C-B1AB-0ED81900DBCE}" destId="{5CFDA068-FB93-4B93-9CEC-771852803A73}" srcOrd="2" destOrd="0" presId="urn:microsoft.com/office/officeart/2018/2/layout/IconVerticalSolidList"/>
    <dgm:cxn modelId="{3096F55C-03D5-E243-A6E3-A997611517EB}" type="presParOf" srcId="{622CD6D0-2435-4D5C-B1AB-0ED81900DBCE}" destId="{4ECC9702-40BF-4D84-AAF6-AFF7E1685151}" srcOrd="3" destOrd="0" presId="urn:microsoft.com/office/officeart/2018/2/layout/IconVerticalSolidList"/>
    <dgm:cxn modelId="{58A8403A-4F95-8047-9802-71E7159719A8}" type="presParOf" srcId="{278D7406-5C30-4A8C-A0A7-C3ABD4F3DD74}" destId="{994F52D7-8AC0-4E60-8858-27564764338D}" srcOrd="1" destOrd="0" presId="urn:microsoft.com/office/officeart/2018/2/layout/IconVerticalSolidList"/>
    <dgm:cxn modelId="{AC9B5445-CEC3-EA48-AAD1-A5783F5C3F8A}" type="presParOf" srcId="{278D7406-5C30-4A8C-A0A7-C3ABD4F3DD74}" destId="{5A8F8F92-228D-46F5-9143-E36731D85A0B}" srcOrd="2" destOrd="0" presId="urn:microsoft.com/office/officeart/2018/2/layout/IconVerticalSolidList"/>
    <dgm:cxn modelId="{5A2227EE-2FC4-DE41-A017-768ED1BDCD46}" type="presParOf" srcId="{5A8F8F92-228D-46F5-9143-E36731D85A0B}" destId="{4257E664-8B3E-4C1A-8BB3-15DA77BBD405}" srcOrd="0" destOrd="0" presId="urn:microsoft.com/office/officeart/2018/2/layout/IconVerticalSolidList"/>
    <dgm:cxn modelId="{649E8216-CEA3-8342-97B8-9D03E6A3EAE3}" type="presParOf" srcId="{5A8F8F92-228D-46F5-9143-E36731D85A0B}" destId="{F885D86A-A977-4024-B06D-F63D280F2399}" srcOrd="1" destOrd="0" presId="urn:microsoft.com/office/officeart/2018/2/layout/IconVerticalSolidList"/>
    <dgm:cxn modelId="{E443F773-6444-974C-8E45-32C8FE6976FD}" type="presParOf" srcId="{5A8F8F92-228D-46F5-9143-E36731D85A0B}" destId="{8672ED53-C5B4-48C0-9A55-30D60891CA2C}" srcOrd="2" destOrd="0" presId="urn:microsoft.com/office/officeart/2018/2/layout/IconVerticalSolidList"/>
    <dgm:cxn modelId="{B7EA9F9A-ACE2-624D-B48C-77B5DA63C1B6}" type="presParOf" srcId="{5A8F8F92-228D-46F5-9143-E36731D85A0B}" destId="{2439DB23-9E8E-4878-B09A-0BF6C9EC3320}" srcOrd="3" destOrd="0" presId="urn:microsoft.com/office/officeart/2018/2/layout/IconVerticalSolidList"/>
    <dgm:cxn modelId="{89700434-174E-9345-A3AA-7FBA34BD7FD5}" type="presParOf" srcId="{278D7406-5C30-4A8C-A0A7-C3ABD4F3DD74}" destId="{563E3491-97A5-4F89-9490-5302F31A8331}" srcOrd="3" destOrd="0" presId="urn:microsoft.com/office/officeart/2018/2/layout/IconVerticalSolidList"/>
    <dgm:cxn modelId="{891C67BC-A682-AF43-ABB9-9C8D8804708A}" type="presParOf" srcId="{278D7406-5C30-4A8C-A0A7-C3ABD4F3DD74}" destId="{B69A4DC4-9E39-4C74-983A-2E1B6F3AB1E3}" srcOrd="4" destOrd="0" presId="urn:microsoft.com/office/officeart/2018/2/layout/IconVerticalSolidList"/>
    <dgm:cxn modelId="{C38F851D-C79D-9E47-9168-2B8F4EBC716C}" type="presParOf" srcId="{B69A4DC4-9E39-4C74-983A-2E1B6F3AB1E3}" destId="{16CEDB17-B40A-428E-9A54-3289EDD52C3D}" srcOrd="0" destOrd="0" presId="urn:microsoft.com/office/officeart/2018/2/layout/IconVerticalSolidList"/>
    <dgm:cxn modelId="{FB24D184-705E-B140-AED3-E5E81BE43F75}" type="presParOf" srcId="{B69A4DC4-9E39-4C74-983A-2E1B6F3AB1E3}" destId="{940778BA-E739-4782-94A2-8289E01A0F75}" srcOrd="1" destOrd="0" presId="urn:microsoft.com/office/officeart/2018/2/layout/IconVerticalSolidList"/>
    <dgm:cxn modelId="{8B63C822-CFDD-6046-860E-32339C2BE200}" type="presParOf" srcId="{B69A4DC4-9E39-4C74-983A-2E1B6F3AB1E3}" destId="{696EADF3-0EFC-4CCF-9F1F-F079AC9D2972}" srcOrd="2" destOrd="0" presId="urn:microsoft.com/office/officeart/2018/2/layout/IconVerticalSolidList"/>
    <dgm:cxn modelId="{8A200DF4-2C58-9049-8D2A-8E9E26F008B4}" type="presParOf" srcId="{B69A4DC4-9E39-4C74-983A-2E1B6F3AB1E3}" destId="{06E9A419-2B0D-42AD-8B38-B7AB548D2288}" srcOrd="3" destOrd="0" presId="urn:microsoft.com/office/officeart/2018/2/layout/IconVerticalSolidList"/>
    <dgm:cxn modelId="{93A89B8B-ED0A-7B46-9AF4-9D3C429C3DC2}" type="presParOf" srcId="{278D7406-5C30-4A8C-A0A7-C3ABD4F3DD74}" destId="{62BDA72D-AEEA-447D-BC33-FE78575C05F1}" srcOrd="5" destOrd="0" presId="urn:microsoft.com/office/officeart/2018/2/layout/IconVerticalSolidList"/>
    <dgm:cxn modelId="{7FAA2428-7F69-6048-90CB-ED0C6E251E2D}" type="presParOf" srcId="{278D7406-5C30-4A8C-A0A7-C3ABD4F3DD74}" destId="{D91B0163-368A-46EC-AD4D-4360C75223F7}" srcOrd="6" destOrd="0" presId="urn:microsoft.com/office/officeart/2018/2/layout/IconVerticalSolidList"/>
    <dgm:cxn modelId="{9A13B73F-501A-5641-8DF8-E92CE3239D4C}" type="presParOf" srcId="{D91B0163-368A-46EC-AD4D-4360C75223F7}" destId="{BAE13429-30E5-42DC-80D4-8BAEA0E2E40D}" srcOrd="0" destOrd="0" presId="urn:microsoft.com/office/officeart/2018/2/layout/IconVerticalSolidList"/>
    <dgm:cxn modelId="{52A22372-E909-384E-BB3C-80A499B3615A}" type="presParOf" srcId="{D91B0163-368A-46EC-AD4D-4360C75223F7}" destId="{798CE41C-7A18-4F41-98FA-553B44A14199}" srcOrd="1" destOrd="0" presId="urn:microsoft.com/office/officeart/2018/2/layout/IconVerticalSolidList"/>
    <dgm:cxn modelId="{E4B7AF1C-F50B-2144-8130-D751F2064857}" type="presParOf" srcId="{D91B0163-368A-46EC-AD4D-4360C75223F7}" destId="{2797D60A-A833-4F01-9C94-7551238BBA32}" srcOrd="2" destOrd="0" presId="urn:microsoft.com/office/officeart/2018/2/layout/IconVerticalSolidList"/>
    <dgm:cxn modelId="{AB7F1FC8-932F-8549-8B9B-4E7B3BF1EAC4}" type="presParOf" srcId="{D91B0163-368A-46EC-AD4D-4360C75223F7}" destId="{B55C661E-FC82-477F-8EB9-55DA9C961EDE}" srcOrd="3" destOrd="0" presId="urn:microsoft.com/office/officeart/2018/2/layout/IconVerticalSolidList"/>
    <dgm:cxn modelId="{133E4084-2365-0949-9D87-47482C033FB0}" type="presParOf" srcId="{278D7406-5C30-4A8C-A0A7-C3ABD4F3DD74}" destId="{E19408C8-903A-4C7E-9A04-AA9500D23516}" srcOrd="7" destOrd="0" presId="urn:microsoft.com/office/officeart/2018/2/layout/IconVerticalSolidList"/>
    <dgm:cxn modelId="{64234AD5-22F0-DD49-BA3C-783023A39470}" type="presParOf" srcId="{278D7406-5C30-4A8C-A0A7-C3ABD4F3DD74}" destId="{8D6EFD1D-9873-472E-8375-CE474E6BF47A}" srcOrd="8" destOrd="0" presId="urn:microsoft.com/office/officeart/2018/2/layout/IconVerticalSolidList"/>
    <dgm:cxn modelId="{17D7697D-F12C-354F-9395-5B0DE7E5A28D}" type="presParOf" srcId="{8D6EFD1D-9873-472E-8375-CE474E6BF47A}" destId="{AF1BC1A9-0757-446A-A862-E086729C222D}" srcOrd="0" destOrd="0" presId="urn:microsoft.com/office/officeart/2018/2/layout/IconVerticalSolidList"/>
    <dgm:cxn modelId="{72EA6DF8-8A67-5746-B723-E03D92B0F2BA}" type="presParOf" srcId="{8D6EFD1D-9873-472E-8375-CE474E6BF47A}" destId="{5502FA8B-E3CC-4E58-BD96-CD4AD3D4CB45}" srcOrd="1" destOrd="0" presId="urn:microsoft.com/office/officeart/2018/2/layout/IconVerticalSolidList"/>
    <dgm:cxn modelId="{91D3C3B5-2242-A04C-8243-6666B25947C4}" type="presParOf" srcId="{8D6EFD1D-9873-472E-8375-CE474E6BF47A}" destId="{0FCF0271-3693-4F98-B5C1-5A7B40395443}" srcOrd="2" destOrd="0" presId="urn:microsoft.com/office/officeart/2018/2/layout/IconVerticalSolidList"/>
    <dgm:cxn modelId="{5531E05C-A050-C444-BCE6-F741BC8E272D}" type="presParOf" srcId="{8D6EFD1D-9873-472E-8375-CE474E6BF47A}" destId="{B3F26F3F-B639-4BE1-A577-7B1178FECB1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EE78CF6-2BFD-4038-BE93-FF0A755DD84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CEAC97C-2843-4D59-88EB-7A2D11DCAEBF}">
      <dgm:prSet custT="1"/>
      <dgm:spPr/>
      <dgm:t>
        <a:bodyPr/>
        <a:lstStyle/>
        <a:p>
          <a:pPr>
            <a:lnSpc>
              <a:spcPct val="100000"/>
            </a:lnSpc>
          </a:pPr>
          <a:r>
            <a:rPr lang="en-US" sz="2800" dirty="0"/>
            <a:t>●  No Height/Weight requirement </a:t>
          </a:r>
        </a:p>
      </dgm:t>
    </dgm:pt>
    <dgm:pt modelId="{1489EFFC-B7D2-48B2-B7AE-1C2861ABF8BA}" type="parTrans" cxnId="{E805DC50-4FC2-4BD5-9E51-BEF8F022655F}">
      <dgm:prSet/>
      <dgm:spPr/>
      <dgm:t>
        <a:bodyPr/>
        <a:lstStyle/>
        <a:p>
          <a:endParaRPr lang="en-US"/>
        </a:p>
      </dgm:t>
    </dgm:pt>
    <dgm:pt modelId="{4595C9C6-9132-4E98-9862-C1B6B39A6EDF}" type="sibTrans" cxnId="{E805DC50-4FC2-4BD5-9E51-BEF8F022655F}">
      <dgm:prSet/>
      <dgm:spPr/>
      <dgm:t>
        <a:bodyPr/>
        <a:lstStyle/>
        <a:p>
          <a:endParaRPr lang="en-US"/>
        </a:p>
      </dgm:t>
    </dgm:pt>
    <dgm:pt modelId="{2CA29A24-5826-4DF3-A01F-9322A6FDF3FC}">
      <dgm:prSet custT="1"/>
      <dgm:spPr/>
      <dgm:t>
        <a:bodyPr/>
        <a:lstStyle/>
        <a:p>
          <a:pPr>
            <a:lnSpc>
              <a:spcPct val="100000"/>
            </a:lnSpc>
          </a:pPr>
          <a:r>
            <a:rPr lang="en-US" sz="2800" dirty="0"/>
            <a:t>●  Issue age is age of </a:t>
          </a:r>
          <a:r>
            <a:rPr lang="en-US" sz="2800" b="1" dirty="0"/>
            <a:t>LAST</a:t>
          </a:r>
          <a:r>
            <a:rPr lang="en-US" sz="2800" dirty="0"/>
            <a:t> birthday </a:t>
          </a:r>
        </a:p>
      </dgm:t>
    </dgm:pt>
    <dgm:pt modelId="{12129BF1-631A-4690-BDFF-4BCA03782204}" type="parTrans" cxnId="{5193613F-331B-40F7-98F2-4FC003BC1B5F}">
      <dgm:prSet/>
      <dgm:spPr/>
      <dgm:t>
        <a:bodyPr/>
        <a:lstStyle/>
        <a:p>
          <a:endParaRPr lang="en-US"/>
        </a:p>
      </dgm:t>
    </dgm:pt>
    <dgm:pt modelId="{ECDFCD50-50F0-44F9-9AAD-C806EC9F4DF8}" type="sibTrans" cxnId="{5193613F-331B-40F7-98F2-4FC003BC1B5F}">
      <dgm:prSet/>
      <dgm:spPr/>
      <dgm:t>
        <a:bodyPr/>
        <a:lstStyle/>
        <a:p>
          <a:endParaRPr lang="en-US"/>
        </a:p>
      </dgm:t>
    </dgm:pt>
    <dgm:pt modelId="{EE0AB4E3-5AED-4F75-9637-4D11F6189E3B}">
      <dgm:prSet custT="1"/>
      <dgm:spPr/>
      <dgm:t>
        <a:bodyPr/>
        <a:lstStyle/>
        <a:p>
          <a:pPr>
            <a:lnSpc>
              <a:spcPct val="100000"/>
            </a:lnSpc>
          </a:pPr>
          <a:r>
            <a:rPr lang="en-US" sz="2800" dirty="0"/>
            <a:t>●  No MIB or RX </a:t>
          </a:r>
        </a:p>
      </dgm:t>
    </dgm:pt>
    <dgm:pt modelId="{5D248CCD-E269-4792-A082-8DA7FBFC4DF8}" type="parTrans" cxnId="{0ACCA180-F26D-4712-9A47-00C3E40F7354}">
      <dgm:prSet/>
      <dgm:spPr/>
      <dgm:t>
        <a:bodyPr/>
        <a:lstStyle/>
        <a:p>
          <a:endParaRPr lang="en-US"/>
        </a:p>
      </dgm:t>
    </dgm:pt>
    <dgm:pt modelId="{E6180E07-FDDF-4A5A-BE39-C4BA17093C4B}" type="sibTrans" cxnId="{0ACCA180-F26D-4712-9A47-00C3E40F7354}">
      <dgm:prSet/>
      <dgm:spPr/>
      <dgm:t>
        <a:bodyPr/>
        <a:lstStyle/>
        <a:p>
          <a:endParaRPr lang="en-US"/>
        </a:p>
      </dgm:t>
    </dgm:pt>
    <dgm:pt modelId="{0C6D0D3B-7FF5-4771-8FDF-B6F0DC716DBB}">
      <dgm:prSet custT="1"/>
      <dgm:spPr/>
      <dgm:t>
        <a:bodyPr/>
        <a:lstStyle/>
        <a:p>
          <a:pPr>
            <a:lnSpc>
              <a:spcPct val="100000"/>
            </a:lnSpc>
          </a:pPr>
          <a:r>
            <a:rPr lang="en-US" sz="2800" dirty="0"/>
            <a:t>●  No tobacco usage question </a:t>
          </a:r>
        </a:p>
      </dgm:t>
    </dgm:pt>
    <dgm:pt modelId="{4B2C8CA9-A54F-4AE2-8EAE-FE8A5AE328FF}" type="parTrans" cxnId="{D8238E7B-C36C-4BC4-A775-2A9BE91805DE}">
      <dgm:prSet/>
      <dgm:spPr/>
      <dgm:t>
        <a:bodyPr/>
        <a:lstStyle/>
        <a:p>
          <a:endParaRPr lang="en-US"/>
        </a:p>
      </dgm:t>
    </dgm:pt>
    <dgm:pt modelId="{A46A6B06-536C-428F-9490-C96283D91B5F}" type="sibTrans" cxnId="{D8238E7B-C36C-4BC4-A775-2A9BE91805DE}">
      <dgm:prSet/>
      <dgm:spPr/>
      <dgm:t>
        <a:bodyPr/>
        <a:lstStyle/>
        <a:p>
          <a:endParaRPr lang="en-US"/>
        </a:p>
      </dgm:t>
    </dgm:pt>
    <dgm:pt modelId="{5DF36309-3171-43F6-930C-BBEE452FA541}">
      <dgm:prSet custT="1"/>
      <dgm:spPr/>
      <dgm:t>
        <a:bodyPr/>
        <a:lstStyle/>
        <a:p>
          <a:pPr>
            <a:lnSpc>
              <a:spcPct val="100000"/>
            </a:lnSpc>
          </a:pPr>
          <a:r>
            <a:rPr lang="en-US" sz="2800" dirty="0"/>
            <a:t>●  Physician information is recommended but is not required </a:t>
          </a:r>
        </a:p>
      </dgm:t>
    </dgm:pt>
    <dgm:pt modelId="{A45B927D-16F2-4FD2-BE7A-73BEC5B775A8}" type="parTrans" cxnId="{389D4B72-4E30-4196-BC8D-8949B3F3A74B}">
      <dgm:prSet/>
      <dgm:spPr/>
      <dgm:t>
        <a:bodyPr/>
        <a:lstStyle/>
        <a:p>
          <a:endParaRPr lang="en-US"/>
        </a:p>
      </dgm:t>
    </dgm:pt>
    <dgm:pt modelId="{84102D27-A79C-4CF5-853E-5AB258FABAA7}" type="sibTrans" cxnId="{389D4B72-4E30-4196-BC8D-8949B3F3A74B}">
      <dgm:prSet/>
      <dgm:spPr/>
      <dgm:t>
        <a:bodyPr/>
        <a:lstStyle/>
        <a:p>
          <a:endParaRPr lang="en-US"/>
        </a:p>
      </dgm:t>
    </dgm:pt>
    <dgm:pt modelId="{278D7406-5C30-4A8C-A0A7-C3ABD4F3DD74}" type="pres">
      <dgm:prSet presAssocID="{4EE78CF6-2BFD-4038-BE93-FF0A755DD84A}" presName="root" presStyleCnt="0">
        <dgm:presLayoutVars>
          <dgm:dir/>
          <dgm:resizeHandles val="exact"/>
        </dgm:presLayoutVars>
      </dgm:prSet>
      <dgm:spPr/>
    </dgm:pt>
    <dgm:pt modelId="{622CD6D0-2435-4D5C-B1AB-0ED81900DBCE}" type="pres">
      <dgm:prSet presAssocID="{1CEAC97C-2843-4D59-88EB-7A2D11DCAEBF}" presName="compNode" presStyleCnt="0"/>
      <dgm:spPr/>
    </dgm:pt>
    <dgm:pt modelId="{C375F11D-437D-43C2-A0B7-FF6C6FD1E36E}" type="pres">
      <dgm:prSet presAssocID="{1CEAC97C-2843-4D59-88EB-7A2D11DCAEBF}" presName="bgRect" presStyleLbl="bgShp" presStyleIdx="0" presStyleCnt="5" custLinFactY="-36344" custLinFactNeighborX="-6625" custLinFactNeighborY="-100000"/>
      <dgm:spPr>
        <a:solidFill>
          <a:schemeClr val="accent3">
            <a:lumMod val="20000"/>
            <a:lumOff val="80000"/>
          </a:schemeClr>
        </a:solidFill>
      </dgm:spPr>
    </dgm:pt>
    <dgm:pt modelId="{5E204BBD-F045-4691-BE9B-04CEDE6C9774}" type="pres">
      <dgm:prSet presAssocID="{1CEAC97C-2843-4D59-88EB-7A2D11DCAEB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ale"/>
        </a:ext>
      </dgm:extLst>
    </dgm:pt>
    <dgm:pt modelId="{5CFDA068-FB93-4B93-9CEC-771852803A73}" type="pres">
      <dgm:prSet presAssocID="{1CEAC97C-2843-4D59-88EB-7A2D11DCAEBF}" presName="spaceRect" presStyleCnt="0"/>
      <dgm:spPr/>
    </dgm:pt>
    <dgm:pt modelId="{4ECC9702-40BF-4D84-AAF6-AFF7E1685151}" type="pres">
      <dgm:prSet presAssocID="{1CEAC97C-2843-4D59-88EB-7A2D11DCAEBF}" presName="parTx" presStyleLbl="revTx" presStyleIdx="0" presStyleCnt="5">
        <dgm:presLayoutVars>
          <dgm:chMax val="0"/>
          <dgm:chPref val="0"/>
        </dgm:presLayoutVars>
      </dgm:prSet>
      <dgm:spPr/>
    </dgm:pt>
    <dgm:pt modelId="{994F52D7-8AC0-4E60-8858-27564764338D}" type="pres">
      <dgm:prSet presAssocID="{4595C9C6-9132-4E98-9862-C1B6B39A6EDF}" presName="sibTrans" presStyleCnt="0"/>
      <dgm:spPr/>
    </dgm:pt>
    <dgm:pt modelId="{5A8F8F92-228D-46F5-9143-E36731D85A0B}" type="pres">
      <dgm:prSet presAssocID="{2CA29A24-5826-4DF3-A01F-9322A6FDF3FC}" presName="compNode" presStyleCnt="0"/>
      <dgm:spPr/>
    </dgm:pt>
    <dgm:pt modelId="{4257E664-8B3E-4C1A-8BB3-15DA77BBD405}" type="pres">
      <dgm:prSet presAssocID="{2CA29A24-5826-4DF3-A01F-9322A6FDF3FC}" presName="bgRect" presStyleLbl="bgShp" presStyleIdx="1" presStyleCnt="5"/>
      <dgm:spPr>
        <a:solidFill>
          <a:schemeClr val="accent3">
            <a:lumMod val="20000"/>
            <a:lumOff val="80000"/>
          </a:schemeClr>
        </a:solidFill>
      </dgm:spPr>
    </dgm:pt>
    <dgm:pt modelId="{F885D86A-A977-4024-B06D-F63D280F2399}" type="pres">
      <dgm:prSet presAssocID="{2CA29A24-5826-4DF3-A01F-9322A6FDF3F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erson with Cane"/>
        </a:ext>
      </dgm:extLst>
    </dgm:pt>
    <dgm:pt modelId="{8672ED53-C5B4-48C0-9A55-30D60891CA2C}" type="pres">
      <dgm:prSet presAssocID="{2CA29A24-5826-4DF3-A01F-9322A6FDF3FC}" presName="spaceRect" presStyleCnt="0"/>
      <dgm:spPr/>
    </dgm:pt>
    <dgm:pt modelId="{2439DB23-9E8E-4878-B09A-0BF6C9EC3320}" type="pres">
      <dgm:prSet presAssocID="{2CA29A24-5826-4DF3-A01F-9322A6FDF3FC}" presName="parTx" presStyleLbl="revTx" presStyleIdx="1" presStyleCnt="5">
        <dgm:presLayoutVars>
          <dgm:chMax val="0"/>
          <dgm:chPref val="0"/>
        </dgm:presLayoutVars>
      </dgm:prSet>
      <dgm:spPr/>
    </dgm:pt>
    <dgm:pt modelId="{563E3491-97A5-4F89-9490-5302F31A8331}" type="pres">
      <dgm:prSet presAssocID="{ECDFCD50-50F0-44F9-9AAD-C806EC9F4DF8}" presName="sibTrans" presStyleCnt="0"/>
      <dgm:spPr/>
    </dgm:pt>
    <dgm:pt modelId="{B69A4DC4-9E39-4C74-983A-2E1B6F3AB1E3}" type="pres">
      <dgm:prSet presAssocID="{EE0AB4E3-5AED-4F75-9637-4D11F6189E3B}" presName="compNode" presStyleCnt="0"/>
      <dgm:spPr/>
    </dgm:pt>
    <dgm:pt modelId="{16CEDB17-B40A-428E-9A54-3289EDD52C3D}" type="pres">
      <dgm:prSet presAssocID="{EE0AB4E3-5AED-4F75-9637-4D11F6189E3B}" presName="bgRect" presStyleLbl="bgShp" presStyleIdx="2" presStyleCnt="5"/>
      <dgm:spPr>
        <a:solidFill>
          <a:schemeClr val="accent3">
            <a:lumMod val="20000"/>
            <a:lumOff val="80000"/>
          </a:schemeClr>
        </a:solidFill>
      </dgm:spPr>
    </dgm:pt>
    <dgm:pt modelId="{940778BA-E739-4782-94A2-8289E01A0F75}" type="pres">
      <dgm:prSet presAssocID="{EE0AB4E3-5AED-4F75-9637-4D11F6189E3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696EADF3-0EFC-4CCF-9F1F-F079AC9D2972}" type="pres">
      <dgm:prSet presAssocID="{EE0AB4E3-5AED-4F75-9637-4D11F6189E3B}" presName="spaceRect" presStyleCnt="0"/>
      <dgm:spPr/>
    </dgm:pt>
    <dgm:pt modelId="{06E9A419-2B0D-42AD-8B38-B7AB548D2288}" type="pres">
      <dgm:prSet presAssocID="{EE0AB4E3-5AED-4F75-9637-4D11F6189E3B}" presName="parTx" presStyleLbl="revTx" presStyleIdx="2" presStyleCnt="5">
        <dgm:presLayoutVars>
          <dgm:chMax val="0"/>
          <dgm:chPref val="0"/>
        </dgm:presLayoutVars>
      </dgm:prSet>
      <dgm:spPr/>
    </dgm:pt>
    <dgm:pt modelId="{62BDA72D-AEEA-447D-BC33-FE78575C05F1}" type="pres">
      <dgm:prSet presAssocID="{E6180E07-FDDF-4A5A-BE39-C4BA17093C4B}" presName="sibTrans" presStyleCnt="0"/>
      <dgm:spPr/>
    </dgm:pt>
    <dgm:pt modelId="{D91B0163-368A-46EC-AD4D-4360C75223F7}" type="pres">
      <dgm:prSet presAssocID="{0C6D0D3B-7FF5-4771-8FDF-B6F0DC716DBB}" presName="compNode" presStyleCnt="0"/>
      <dgm:spPr/>
    </dgm:pt>
    <dgm:pt modelId="{BAE13429-30E5-42DC-80D4-8BAEA0E2E40D}" type="pres">
      <dgm:prSet presAssocID="{0C6D0D3B-7FF5-4771-8FDF-B6F0DC716DBB}" presName="bgRect" presStyleLbl="bgShp" presStyleIdx="3" presStyleCnt="5"/>
      <dgm:spPr>
        <a:solidFill>
          <a:schemeClr val="accent3">
            <a:lumMod val="20000"/>
            <a:lumOff val="80000"/>
          </a:schemeClr>
        </a:solidFill>
      </dgm:spPr>
    </dgm:pt>
    <dgm:pt modelId="{798CE41C-7A18-4F41-98FA-553B44A14199}" type="pres">
      <dgm:prSet presAssocID="{0C6D0D3B-7FF5-4771-8FDF-B6F0DC716DB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moking"/>
        </a:ext>
      </dgm:extLst>
    </dgm:pt>
    <dgm:pt modelId="{2797D60A-A833-4F01-9C94-7551238BBA32}" type="pres">
      <dgm:prSet presAssocID="{0C6D0D3B-7FF5-4771-8FDF-B6F0DC716DBB}" presName="spaceRect" presStyleCnt="0"/>
      <dgm:spPr/>
    </dgm:pt>
    <dgm:pt modelId="{B55C661E-FC82-477F-8EB9-55DA9C961EDE}" type="pres">
      <dgm:prSet presAssocID="{0C6D0D3B-7FF5-4771-8FDF-B6F0DC716DBB}" presName="parTx" presStyleLbl="revTx" presStyleIdx="3" presStyleCnt="5">
        <dgm:presLayoutVars>
          <dgm:chMax val="0"/>
          <dgm:chPref val="0"/>
        </dgm:presLayoutVars>
      </dgm:prSet>
      <dgm:spPr/>
    </dgm:pt>
    <dgm:pt modelId="{E19408C8-903A-4C7E-9A04-AA9500D23516}" type="pres">
      <dgm:prSet presAssocID="{A46A6B06-536C-428F-9490-C96283D91B5F}" presName="sibTrans" presStyleCnt="0"/>
      <dgm:spPr/>
    </dgm:pt>
    <dgm:pt modelId="{8D6EFD1D-9873-472E-8375-CE474E6BF47A}" type="pres">
      <dgm:prSet presAssocID="{5DF36309-3171-43F6-930C-BBEE452FA541}" presName="compNode" presStyleCnt="0"/>
      <dgm:spPr/>
    </dgm:pt>
    <dgm:pt modelId="{AF1BC1A9-0757-446A-A862-E086729C222D}" type="pres">
      <dgm:prSet presAssocID="{5DF36309-3171-43F6-930C-BBEE452FA541}" presName="bgRect" presStyleLbl="bgShp" presStyleIdx="4" presStyleCnt="5"/>
      <dgm:spPr>
        <a:solidFill>
          <a:schemeClr val="accent1">
            <a:lumMod val="20000"/>
            <a:lumOff val="80000"/>
          </a:schemeClr>
        </a:solidFill>
      </dgm:spPr>
    </dgm:pt>
    <dgm:pt modelId="{5502FA8B-E3CC-4E58-BD96-CD4AD3D4CB45}" type="pres">
      <dgm:prSet presAssocID="{5DF36309-3171-43F6-930C-BBEE452FA541}"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ethoscope"/>
        </a:ext>
      </dgm:extLst>
    </dgm:pt>
    <dgm:pt modelId="{0FCF0271-3693-4F98-B5C1-5A7B40395443}" type="pres">
      <dgm:prSet presAssocID="{5DF36309-3171-43F6-930C-BBEE452FA541}" presName="spaceRect" presStyleCnt="0"/>
      <dgm:spPr/>
    </dgm:pt>
    <dgm:pt modelId="{B3F26F3F-B639-4BE1-A577-7B1178FECB14}" type="pres">
      <dgm:prSet presAssocID="{5DF36309-3171-43F6-930C-BBEE452FA541}" presName="parTx" presStyleLbl="revTx" presStyleIdx="4" presStyleCnt="5">
        <dgm:presLayoutVars>
          <dgm:chMax val="0"/>
          <dgm:chPref val="0"/>
        </dgm:presLayoutVars>
      </dgm:prSet>
      <dgm:spPr/>
    </dgm:pt>
  </dgm:ptLst>
  <dgm:cxnLst>
    <dgm:cxn modelId="{5193613F-331B-40F7-98F2-4FC003BC1B5F}" srcId="{4EE78CF6-2BFD-4038-BE93-FF0A755DD84A}" destId="{2CA29A24-5826-4DF3-A01F-9322A6FDF3FC}" srcOrd="1" destOrd="0" parTransId="{12129BF1-631A-4690-BDFF-4BCA03782204}" sibTransId="{ECDFCD50-50F0-44F9-9AAD-C806EC9F4DF8}"/>
    <dgm:cxn modelId="{487CD141-974D-CF44-9406-4A4A06B80C7F}" type="presOf" srcId="{5DF36309-3171-43F6-930C-BBEE452FA541}" destId="{B3F26F3F-B639-4BE1-A577-7B1178FECB14}" srcOrd="0" destOrd="0" presId="urn:microsoft.com/office/officeart/2018/2/layout/IconVerticalSolidList"/>
    <dgm:cxn modelId="{E805DC50-4FC2-4BD5-9E51-BEF8F022655F}" srcId="{4EE78CF6-2BFD-4038-BE93-FF0A755DD84A}" destId="{1CEAC97C-2843-4D59-88EB-7A2D11DCAEBF}" srcOrd="0" destOrd="0" parTransId="{1489EFFC-B7D2-48B2-B7AE-1C2861ABF8BA}" sibTransId="{4595C9C6-9132-4E98-9862-C1B6B39A6EDF}"/>
    <dgm:cxn modelId="{07BB966D-2750-B544-864C-D78E5D590F8B}" type="presOf" srcId="{1CEAC97C-2843-4D59-88EB-7A2D11DCAEBF}" destId="{4ECC9702-40BF-4D84-AAF6-AFF7E1685151}" srcOrd="0" destOrd="0" presId="urn:microsoft.com/office/officeart/2018/2/layout/IconVerticalSolidList"/>
    <dgm:cxn modelId="{389D4B72-4E30-4196-BC8D-8949B3F3A74B}" srcId="{4EE78CF6-2BFD-4038-BE93-FF0A755DD84A}" destId="{5DF36309-3171-43F6-930C-BBEE452FA541}" srcOrd="4" destOrd="0" parTransId="{A45B927D-16F2-4FD2-BE7A-73BEC5B775A8}" sibTransId="{84102D27-A79C-4CF5-853E-5AB258FABAA7}"/>
    <dgm:cxn modelId="{D8238E7B-C36C-4BC4-A775-2A9BE91805DE}" srcId="{4EE78CF6-2BFD-4038-BE93-FF0A755DD84A}" destId="{0C6D0D3B-7FF5-4771-8FDF-B6F0DC716DBB}" srcOrd="3" destOrd="0" parTransId="{4B2C8CA9-A54F-4AE2-8EAE-FE8A5AE328FF}" sibTransId="{A46A6B06-536C-428F-9490-C96283D91B5F}"/>
    <dgm:cxn modelId="{0ACCA180-F26D-4712-9A47-00C3E40F7354}" srcId="{4EE78CF6-2BFD-4038-BE93-FF0A755DD84A}" destId="{EE0AB4E3-5AED-4F75-9637-4D11F6189E3B}" srcOrd="2" destOrd="0" parTransId="{5D248CCD-E269-4792-A082-8DA7FBFC4DF8}" sibTransId="{E6180E07-FDDF-4A5A-BE39-C4BA17093C4B}"/>
    <dgm:cxn modelId="{0AED9582-9B9F-0C4E-A8E2-D6BC51667442}" type="presOf" srcId="{EE0AB4E3-5AED-4F75-9637-4D11F6189E3B}" destId="{06E9A419-2B0D-42AD-8B38-B7AB548D2288}" srcOrd="0" destOrd="0" presId="urn:microsoft.com/office/officeart/2018/2/layout/IconVerticalSolidList"/>
    <dgm:cxn modelId="{5627278C-20C4-0846-B688-CCFA7967C06D}" type="presOf" srcId="{0C6D0D3B-7FF5-4771-8FDF-B6F0DC716DBB}" destId="{B55C661E-FC82-477F-8EB9-55DA9C961EDE}" srcOrd="0" destOrd="0" presId="urn:microsoft.com/office/officeart/2018/2/layout/IconVerticalSolidList"/>
    <dgm:cxn modelId="{9869E1B2-0157-3F42-84A4-6F3879B68016}" type="presOf" srcId="{2CA29A24-5826-4DF3-A01F-9322A6FDF3FC}" destId="{2439DB23-9E8E-4878-B09A-0BF6C9EC3320}" srcOrd="0" destOrd="0" presId="urn:microsoft.com/office/officeart/2018/2/layout/IconVerticalSolidList"/>
    <dgm:cxn modelId="{C86A37C6-D8C0-2444-9733-9A5BE1AC67C5}" type="presOf" srcId="{4EE78CF6-2BFD-4038-BE93-FF0A755DD84A}" destId="{278D7406-5C30-4A8C-A0A7-C3ABD4F3DD74}" srcOrd="0" destOrd="0" presId="urn:microsoft.com/office/officeart/2018/2/layout/IconVerticalSolidList"/>
    <dgm:cxn modelId="{17B72BC0-728D-034F-BD58-B50E6D33EE8F}" type="presParOf" srcId="{278D7406-5C30-4A8C-A0A7-C3ABD4F3DD74}" destId="{622CD6D0-2435-4D5C-B1AB-0ED81900DBCE}" srcOrd="0" destOrd="0" presId="urn:microsoft.com/office/officeart/2018/2/layout/IconVerticalSolidList"/>
    <dgm:cxn modelId="{20AFFAAF-7D15-CD4C-AB4C-609C09C9A939}" type="presParOf" srcId="{622CD6D0-2435-4D5C-B1AB-0ED81900DBCE}" destId="{C375F11D-437D-43C2-A0B7-FF6C6FD1E36E}" srcOrd="0" destOrd="0" presId="urn:microsoft.com/office/officeart/2018/2/layout/IconVerticalSolidList"/>
    <dgm:cxn modelId="{F87DE878-5F0A-704C-9B90-6734478165FD}" type="presParOf" srcId="{622CD6D0-2435-4D5C-B1AB-0ED81900DBCE}" destId="{5E204BBD-F045-4691-BE9B-04CEDE6C9774}" srcOrd="1" destOrd="0" presId="urn:microsoft.com/office/officeart/2018/2/layout/IconVerticalSolidList"/>
    <dgm:cxn modelId="{748D2524-CB0B-D543-9971-006A12D2623E}" type="presParOf" srcId="{622CD6D0-2435-4D5C-B1AB-0ED81900DBCE}" destId="{5CFDA068-FB93-4B93-9CEC-771852803A73}" srcOrd="2" destOrd="0" presId="urn:microsoft.com/office/officeart/2018/2/layout/IconVerticalSolidList"/>
    <dgm:cxn modelId="{3096F55C-03D5-E243-A6E3-A997611517EB}" type="presParOf" srcId="{622CD6D0-2435-4D5C-B1AB-0ED81900DBCE}" destId="{4ECC9702-40BF-4D84-AAF6-AFF7E1685151}" srcOrd="3" destOrd="0" presId="urn:microsoft.com/office/officeart/2018/2/layout/IconVerticalSolidList"/>
    <dgm:cxn modelId="{58A8403A-4F95-8047-9802-71E7159719A8}" type="presParOf" srcId="{278D7406-5C30-4A8C-A0A7-C3ABD4F3DD74}" destId="{994F52D7-8AC0-4E60-8858-27564764338D}" srcOrd="1" destOrd="0" presId="urn:microsoft.com/office/officeart/2018/2/layout/IconVerticalSolidList"/>
    <dgm:cxn modelId="{AC9B5445-CEC3-EA48-AAD1-A5783F5C3F8A}" type="presParOf" srcId="{278D7406-5C30-4A8C-A0A7-C3ABD4F3DD74}" destId="{5A8F8F92-228D-46F5-9143-E36731D85A0B}" srcOrd="2" destOrd="0" presId="urn:microsoft.com/office/officeart/2018/2/layout/IconVerticalSolidList"/>
    <dgm:cxn modelId="{5A2227EE-2FC4-DE41-A017-768ED1BDCD46}" type="presParOf" srcId="{5A8F8F92-228D-46F5-9143-E36731D85A0B}" destId="{4257E664-8B3E-4C1A-8BB3-15DA77BBD405}" srcOrd="0" destOrd="0" presId="urn:microsoft.com/office/officeart/2018/2/layout/IconVerticalSolidList"/>
    <dgm:cxn modelId="{649E8216-CEA3-8342-97B8-9D03E6A3EAE3}" type="presParOf" srcId="{5A8F8F92-228D-46F5-9143-E36731D85A0B}" destId="{F885D86A-A977-4024-B06D-F63D280F2399}" srcOrd="1" destOrd="0" presId="urn:microsoft.com/office/officeart/2018/2/layout/IconVerticalSolidList"/>
    <dgm:cxn modelId="{E443F773-6444-974C-8E45-32C8FE6976FD}" type="presParOf" srcId="{5A8F8F92-228D-46F5-9143-E36731D85A0B}" destId="{8672ED53-C5B4-48C0-9A55-30D60891CA2C}" srcOrd="2" destOrd="0" presId="urn:microsoft.com/office/officeart/2018/2/layout/IconVerticalSolidList"/>
    <dgm:cxn modelId="{B7EA9F9A-ACE2-624D-B48C-77B5DA63C1B6}" type="presParOf" srcId="{5A8F8F92-228D-46F5-9143-E36731D85A0B}" destId="{2439DB23-9E8E-4878-B09A-0BF6C9EC3320}" srcOrd="3" destOrd="0" presId="urn:microsoft.com/office/officeart/2018/2/layout/IconVerticalSolidList"/>
    <dgm:cxn modelId="{89700434-174E-9345-A3AA-7FBA34BD7FD5}" type="presParOf" srcId="{278D7406-5C30-4A8C-A0A7-C3ABD4F3DD74}" destId="{563E3491-97A5-4F89-9490-5302F31A8331}" srcOrd="3" destOrd="0" presId="urn:microsoft.com/office/officeart/2018/2/layout/IconVerticalSolidList"/>
    <dgm:cxn modelId="{891C67BC-A682-AF43-ABB9-9C8D8804708A}" type="presParOf" srcId="{278D7406-5C30-4A8C-A0A7-C3ABD4F3DD74}" destId="{B69A4DC4-9E39-4C74-983A-2E1B6F3AB1E3}" srcOrd="4" destOrd="0" presId="urn:microsoft.com/office/officeart/2018/2/layout/IconVerticalSolidList"/>
    <dgm:cxn modelId="{C38F851D-C79D-9E47-9168-2B8F4EBC716C}" type="presParOf" srcId="{B69A4DC4-9E39-4C74-983A-2E1B6F3AB1E3}" destId="{16CEDB17-B40A-428E-9A54-3289EDD52C3D}" srcOrd="0" destOrd="0" presId="urn:microsoft.com/office/officeart/2018/2/layout/IconVerticalSolidList"/>
    <dgm:cxn modelId="{FB24D184-705E-B140-AED3-E5E81BE43F75}" type="presParOf" srcId="{B69A4DC4-9E39-4C74-983A-2E1B6F3AB1E3}" destId="{940778BA-E739-4782-94A2-8289E01A0F75}" srcOrd="1" destOrd="0" presId="urn:microsoft.com/office/officeart/2018/2/layout/IconVerticalSolidList"/>
    <dgm:cxn modelId="{8B63C822-CFDD-6046-860E-32339C2BE200}" type="presParOf" srcId="{B69A4DC4-9E39-4C74-983A-2E1B6F3AB1E3}" destId="{696EADF3-0EFC-4CCF-9F1F-F079AC9D2972}" srcOrd="2" destOrd="0" presId="urn:microsoft.com/office/officeart/2018/2/layout/IconVerticalSolidList"/>
    <dgm:cxn modelId="{8A200DF4-2C58-9049-8D2A-8E9E26F008B4}" type="presParOf" srcId="{B69A4DC4-9E39-4C74-983A-2E1B6F3AB1E3}" destId="{06E9A419-2B0D-42AD-8B38-B7AB548D2288}" srcOrd="3" destOrd="0" presId="urn:microsoft.com/office/officeart/2018/2/layout/IconVerticalSolidList"/>
    <dgm:cxn modelId="{93A89B8B-ED0A-7B46-9AF4-9D3C429C3DC2}" type="presParOf" srcId="{278D7406-5C30-4A8C-A0A7-C3ABD4F3DD74}" destId="{62BDA72D-AEEA-447D-BC33-FE78575C05F1}" srcOrd="5" destOrd="0" presId="urn:microsoft.com/office/officeart/2018/2/layout/IconVerticalSolidList"/>
    <dgm:cxn modelId="{7FAA2428-7F69-6048-90CB-ED0C6E251E2D}" type="presParOf" srcId="{278D7406-5C30-4A8C-A0A7-C3ABD4F3DD74}" destId="{D91B0163-368A-46EC-AD4D-4360C75223F7}" srcOrd="6" destOrd="0" presId="urn:microsoft.com/office/officeart/2018/2/layout/IconVerticalSolidList"/>
    <dgm:cxn modelId="{9A13B73F-501A-5641-8DF8-E92CE3239D4C}" type="presParOf" srcId="{D91B0163-368A-46EC-AD4D-4360C75223F7}" destId="{BAE13429-30E5-42DC-80D4-8BAEA0E2E40D}" srcOrd="0" destOrd="0" presId="urn:microsoft.com/office/officeart/2018/2/layout/IconVerticalSolidList"/>
    <dgm:cxn modelId="{52A22372-E909-384E-BB3C-80A499B3615A}" type="presParOf" srcId="{D91B0163-368A-46EC-AD4D-4360C75223F7}" destId="{798CE41C-7A18-4F41-98FA-553B44A14199}" srcOrd="1" destOrd="0" presId="urn:microsoft.com/office/officeart/2018/2/layout/IconVerticalSolidList"/>
    <dgm:cxn modelId="{E4B7AF1C-F50B-2144-8130-D751F2064857}" type="presParOf" srcId="{D91B0163-368A-46EC-AD4D-4360C75223F7}" destId="{2797D60A-A833-4F01-9C94-7551238BBA32}" srcOrd="2" destOrd="0" presId="urn:microsoft.com/office/officeart/2018/2/layout/IconVerticalSolidList"/>
    <dgm:cxn modelId="{AB7F1FC8-932F-8549-8B9B-4E7B3BF1EAC4}" type="presParOf" srcId="{D91B0163-368A-46EC-AD4D-4360C75223F7}" destId="{B55C661E-FC82-477F-8EB9-55DA9C961EDE}" srcOrd="3" destOrd="0" presId="urn:microsoft.com/office/officeart/2018/2/layout/IconVerticalSolidList"/>
    <dgm:cxn modelId="{133E4084-2365-0949-9D87-47482C033FB0}" type="presParOf" srcId="{278D7406-5C30-4A8C-A0A7-C3ABD4F3DD74}" destId="{E19408C8-903A-4C7E-9A04-AA9500D23516}" srcOrd="7" destOrd="0" presId="urn:microsoft.com/office/officeart/2018/2/layout/IconVerticalSolidList"/>
    <dgm:cxn modelId="{64234AD5-22F0-DD49-BA3C-783023A39470}" type="presParOf" srcId="{278D7406-5C30-4A8C-A0A7-C3ABD4F3DD74}" destId="{8D6EFD1D-9873-472E-8375-CE474E6BF47A}" srcOrd="8" destOrd="0" presId="urn:microsoft.com/office/officeart/2018/2/layout/IconVerticalSolidList"/>
    <dgm:cxn modelId="{17D7697D-F12C-354F-9395-5B0DE7E5A28D}" type="presParOf" srcId="{8D6EFD1D-9873-472E-8375-CE474E6BF47A}" destId="{AF1BC1A9-0757-446A-A862-E086729C222D}" srcOrd="0" destOrd="0" presId="urn:microsoft.com/office/officeart/2018/2/layout/IconVerticalSolidList"/>
    <dgm:cxn modelId="{72EA6DF8-8A67-5746-B723-E03D92B0F2BA}" type="presParOf" srcId="{8D6EFD1D-9873-472E-8375-CE474E6BF47A}" destId="{5502FA8B-E3CC-4E58-BD96-CD4AD3D4CB45}" srcOrd="1" destOrd="0" presId="urn:microsoft.com/office/officeart/2018/2/layout/IconVerticalSolidList"/>
    <dgm:cxn modelId="{91D3C3B5-2242-A04C-8243-6666B25947C4}" type="presParOf" srcId="{8D6EFD1D-9873-472E-8375-CE474E6BF47A}" destId="{0FCF0271-3693-4F98-B5C1-5A7B40395443}" srcOrd="2" destOrd="0" presId="urn:microsoft.com/office/officeart/2018/2/layout/IconVerticalSolidList"/>
    <dgm:cxn modelId="{5531E05C-A050-C444-BCE6-F741BC8E272D}" type="presParOf" srcId="{8D6EFD1D-9873-472E-8375-CE474E6BF47A}" destId="{B3F26F3F-B639-4BE1-A577-7B1178FECB1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35C8663-9CDC-4D7E-8475-2A416ADE8EE3}"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FF184C4-0868-4B5A-B4F9-D6B13CE0D4D8}">
      <dgm:prSet/>
      <dgm:spPr/>
      <dgm:t>
        <a:bodyPr/>
        <a:lstStyle/>
        <a:p>
          <a:pPr>
            <a:lnSpc>
              <a:spcPct val="100000"/>
            </a:lnSpc>
          </a:pPr>
          <a:r>
            <a:rPr lang="en-US" dirty="0"/>
            <a:t>8 </a:t>
          </a:r>
          <a:r>
            <a:rPr lang="en-US" dirty="0">
              <a:solidFill>
                <a:schemeClr val="tx1"/>
              </a:solidFill>
            </a:rPr>
            <a:t>health</a:t>
          </a:r>
          <a:r>
            <a:rPr lang="en-US" dirty="0"/>
            <a:t> questions</a:t>
          </a:r>
        </a:p>
      </dgm:t>
    </dgm:pt>
    <dgm:pt modelId="{4C540DA4-B624-4017-BA9E-4D04A45529C3}" type="parTrans" cxnId="{7824A41E-A2AA-402C-80FF-4DA5E28972AD}">
      <dgm:prSet/>
      <dgm:spPr/>
      <dgm:t>
        <a:bodyPr/>
        <a:lstStyle/>
        <a:p>
          <a:endParaRPr lang="en-US"/>
        </a:p>
      </dgm:t>
    </dgm:pt>
    <dgm:pt modelId="{6C0F3BC1-65FF-4E76-A738-0F831E610D64}" type="sibTrans" cxnId="{7824A41E-A2AA-402C-80FF-4DA5E28972AD}">
      <dgm:prSet/>
      <dgm:spPr/>
      <dgm:t>
        <a:bodyPr/>
        <a:lstStyle/>
        <a:p>
          <a:endParaRPr lang="en-US"/>
        </a:p>
      </dgm:t>
    </dgm:pt>
    <dgm:pt modelId="{98414D5A-A80E-44B0-934F-26D16E33B197}">
      <dgm:prSet/>
      <dgm:spPr/>
      <dgm:t>
        <a:bodyPr/>
        <a:lstStyle/>
        <a:p>
          <a:pPr>
            <a:lnSpc>
              <a:spcPct val="100000"/>
            </a:lnSpc>
          </a:pPr>
          <a:r>
            <a:rPr lang="en-US" dirty="0"/>
            <a:t>Any health question answered ‘yes’ will result in the client qualifying only for the Guarantee Issue policy. </a:t>
          </a:r>
        </a:p>
      </dgm:t>
    </dgm:pt>
    <dgm:pt modelId="{8A832D39-C7FF-4980-87AF-5C80A9B7F396}" type="parTrans" cxnId="{C83C5D6B-94AB-4417-826A-585A286A27B8}">
      <dgm:prSet/>
      <dgm:spPr/>
      <dgm:t>
        <a:bodyPr/>
        <a:lstStyle/>
        <a:p>
          <a:endParaRPr lang="en-US"/>
        </a:p>
      </dgm:t>
    </dgm:pt>
    <dgm:pt modelId="{6C8D459F-5DA5-4D9E-84AD-AEA32D9CC699}" type="sibTrans" cxnId="{C83C5D6B-94AB-4417-826A-585A286A27B8}">
      <dgm:prSet/>
      <dgm:spPr/>
      <dgm:t>
        <a:bodyPr/>
        <a:lstStyle/>
        <a:p>
          <a:endParaRPr lang="en-US"/>
        </a:p>
      </dgm:t>
    </dgm:pt>
    <dgm:pt modelId="{9D175037-5B4F-4D3C-84E3-E1EB5BBAEFF1}">
      <dgm:prSet/>
      <dgm:spPr/>
      <dgm:t>
        <a:bodyPr/>
        <a:lstStyle/>
        <a:p>
          <a:pPr>
            <a:lnSpc>
              <a:spcPct val="100000"/>
            </a:lnSpc>
          </a:pPr>
          <a:r>
            <a:rPr lang="en-US"/>
            <a:t>Standard approval if the client IS taking medication or being treated by a licensed member of the medical profession on many conditions.</a:t>
          </a:r>
        </a:p>
      </dgm:t>
    </dgm:pt>
    <dgm:pt modelId="{0D28B598-06B1-4C54-B76A-5EC901F30A81}" type="parTrans" cxnId="{05F298DA-B570-43AD-8CB4-287205B5D2FB}">
      <dgm:prSet/>
      <dgm:spPr/>
      <dgm:t>
        <a:bodyPr/>
        <a:lstStyle/>
        <a:p>
          <a:endParaRPr lang="en-US"/>
        </a:p>
      </dgm:t>
    </dgm:pt>
    <dgm:pt modelId="{A16D90E2-7ECC-40B4-9768-83EEE5BB22A4}" type="sibTrans" cxnId="{05F298DA-B570-43AD-8CB4-287205B5D2FB}">
      <dgm:prSet/>
      <dgm:spPr/>
      <dgm:t>
        <a:bodyPr/>
        <a:lstStyle/>
        <a:p>
          <a:endParaRPr lang="en-US"/>
        </a:p>
      </dgm:t>
    </dgm:pt>
    <dgm:pt modelId="{BC58D368-D22E-4727-B0D4-20F375CC367E}">
      <dgm:prSet/>
      <dgm:spPr/>
      <dgm:t>
        <a:bodyPr/>
        <a:lstStyle/>
        <a:p>
          <a:pPr>
            <a:lnSpc>
              <a:spcPct val="100000"/>
            </a:lnSpc>
          </a:pPr>
          <a:r>
            <a:rPr lang="en-US"/>
            <a:t>If ‘YES’ to any health questions, you will be prompted to change the plan to the Guarantee Issue policy in step 1 </a:t>
          </a:r>
        </a:p>
      </dgm:t>
    </dgm:pt>
    <dgm:pt modelId="{9AA4FB5E-3686-40E5-8D21-22EE8B3D1B90}" type="parTrans" cxnId="{C188ACC6-0412-4193-BE4D-9CB0B9E296B3}">
      <dgm:prSet/>
      <dgm:spPr/>
      <dgm:t>
        <a:bodyPr/>
        <a:lstStyle/>
        <a:p>
          <a:endParaRPr lang="en-US"/>
        </a:p>
      </dgm:t>
    </dgm:pt>
    <dgm:pt modelId="{8A73B194-1CFF-4D16-A3E3-A2F738485735}" type="sibTrans" cxnId="{C188ACC6-0412-4193-BE4D-9CB0B9E296B3}">
      <dgm:prSet/>
      <dgm:spPr/>
      <dgm:t>
        <a:bodyPr/>
        <a:lstStyle/>
        <a:p>
          <a:endParaRPr lang="en-US"/>
        </a:p>
      </dgm:t>
    </dgm:pt>
    <dgm:pt modelId="{186E4E29-3324-46BB-A608-CE0C333B4E1F}" type="pres">
      <dgm:prSet presAssocID="{D35C8663-9CDC-4D7E-8475-2A416ADE8EE3}" presName="root" presStyleCnt="0">
        <dgm:presLayoutVars>
          <dgm:dir/>
          <dgm:resizeHandles val="exact"/>
        </dgm:presLayoutVars>
      </dgm:prSet>
      <dgm:spPr/>
    </dgm:pt>
    <dgm:pt modelId="{5B539DFB-FFA0-4147-9A67-ADA6CC26FD7D}" type="pres">
      <dgm:prSet presAssocID="{CFF184C4-0868-4B5A-B4F9-D6B13CE0D4D8}" presName="compNode" presStyleCnt="0"/>
      <dgm:spPr/>
    </dgm:pt>
    <dgm:pt modelId="{39330FFB-81D0-413C-B09B-2DAB3BCC4FEB}" type="pres">
      <dgm:prSet presAssocID="{CFF184C4-0868-4B5A-B4F9-D6B13CE0D4D8}" presName="bgRect" presStyleLbl="bgShp" presStyleIdx="0" presStyleCnt="4" custLinFactNeighborX="1087" custLinFactNeighborY="1561"/>
      <dgm:spPr>
        <a:solidFill>
          <a:schemeClr val="accent1">
            <a:lumMod val="20000"/>
            <a:lumOff val="80000"/>
          </a:schemeClr>
        </a:solidFill>
      </dgm:spPr>
    </dgm:pt>
    <dgm:pt modelId="{3BAB652C-F212-4B65-ADD8-C647F9C4F1FD}" type="pres">
      <dgm:prSet presAssocID="{CFF184C4-0868-4B5A-B4F9-D6B13CE0D4D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lp"/>
        </a:ext>
      </dgm:extLst>
    </dgm:pt>
    <dgm:pt modelId="{0F05C64D-2529-4519-BE22-8A024291E14C}" type="pres">
      <dgm:prSet presAssocID="{CFF184C4-0868-4B5A-B4F9-D6B13CE0D4D8}" presName="spaceRect" presStyleCnt="0"/>
      <dgm:spPr/>
    </dgm:pt>
    <dgm:pt modelId="{AEF9F6CE-8202-4180-AA2B-70AC06AF3A2B}" type="pres">
      <dgm:prSet presAssocID="{CFF184C4-0868-4B5A-B4F9-D6B13CE0D4D8}" presName="parTx" presStyleLbl="revTx" presStyleIdx="0" presStyleCnt="4">
        <dgm:presLayoutVars>
          <dgm:chMax val="0"/>
          <dgm:chPref val="0"/>
        </dgm:presLayoutVars>
      </dgm:prSet>
      <dgm:spPr/>
    </dgm:pt>
    <dgm:pt modelId="{29A6181B-62B1-459B-ADBC-B3951C8F01CF}" type="pres">
      <dgm:prSet presAssocID="{6C0F3BC1-65FF-4E76-A738-0F831E610D64}" presName="sibTrans" presStyleCnt="0"/>
      <dgm:spPr/>
    </dgm:pt>
    <dgm:pt modelId="{4FAB5D51-7467-4792-9205-499D6C065E18}" type="pres">
      <dgm:prSet presAssocID="{98414D5A-A80E-44B0-934F-26D16E33B197}" presName="compNode" presStyleCnt="0"/>
      <dgm:spPr/>
    </dgm:pt>
    <dgm:pt modelId="{E5D784CB-5C09-4A8E-BE49-24B864495202}" type="pres">
      <dgm:prSet presAssocID="{98414D5A-A80E-44B0-934F-26D16E33B197}" presName="bgRect" presStyleLbl="bgShp" presStyleIdx="1" presStyleCnt="4"/>
      <dgm:spPr>
        <a:solidFill>
          <a:schemeClr val="accent3">
            <a:lumMod val="20000"/>
            <a:lumOff val="80000"/>
          </a:schemeClr>
        </a:solidFill>
      </dgm:spPr>
    </dgm:pt>
    <dgm:pt modelId="{DD82D256-15C2-483D-8E50-E14038603CB7}" type="pres">
      <dgm:prSet presAssocID="{98414D5A-A80E-44B0-934F-26D16E33B19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Questions"/>
        </a:ext>
      </dgm:extLst>
    </dgm:pt>
    <dgm:pt modelId="{C7B8367F-4865-4EF0-8E62-E810A0F4043C}" type="pres">
      <dgm:prSet presAssocID="{98414D5A-A80E-44B0-934F-26D16E33B197}" presName="spaceRect" presStyleCnt="0"/>
      <dgm:spPr/>
    </dgm:pt>
    <dgm:pt modelId="{5A2EC534-0842-402A-9F00-2EA05EA276BD}" type="pres">
      <dgm:prSet presAssocID="{98414D5A-A80E-44B0-934F-26D16E33B197}" presName="parTx" presStyleLbl="revTx" presStyleIdx="1" presStyleCnt="4">
        <dgm:presLayoutVars>
          <dgm:chMax val="0"/>
          <dgm:chPref val="0"/>
        </dgm:presLayoutVars>
      </dgm:prSet>
      <dgm:spPr/>
    </dgm:pt>
    <dgm:pt modelId="{714BE144-C3BE-4675-A6CD-22C9CA777B26}" type="pres">
      <dgm:prSet presAssocID="{6C8D459F-5DA5-4D9E-84AD-AEA32D9CC699}" presName="sibTrans" presStyleCnt="0"/>
      <dgm:spPr/>
    </dgm:pt>
    <dgm:pt modelId="{8A76019C-C2C7-4A09-BFB2-AC92FE75FDDC}" type="pres">
      <dgm:prSet presAssocID="{9D175037-5B4F-4D3C-84E3-E1EB5BBAEFF1}" presName="compNode" presStyleCnt="0"/>
      <dgm:spPr/>
    </dgm:pt>
    <dgm:pt modelId="{612EE0C7-1621-41C1-B2BE-491B30B29AE1}" type="pres">
      <dgm:prSet presAssocID="{9D175037-5B4F-4D3C-84E3-E1EB5BBAEFF1}" presName="bgRect" presStyleLbl="bgShp" presStyleIdx="2" presStyleCnt="4"/>
      <dgm:spPr>
        <a:solidFill>
          <a:schemeClr val="accent3">
            <a:lumMod val="20000"/>
            <a:lumOff val="80000"/>
          </a:schemeClr>
        </a:solidFill>
      </dgm:spPr>
    </dgm:pt>
    <dgm:pt modelId="{F65386F3-CCE9-4158-9DE7-2B04B2F11DEC}" type="pres">
      <dgm:prSet presAssocID="{9D175037-5B4F-4D3C-84E3-E1EB5BBAEFF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edicine"/>
        </a:ext>
      </dgm:extLst>
    </dgm:pt>
    <dgm:pt modelId="{63262FA6-4096-461A-8321-F495EDBAB634}" type="pres">
      <dgm:prSet presAssocID="{9D175037-5B4F-4D3C-84E3-E1EB5BBAEFF1}" presName="spaceRect" presStyleCnt="0"/>
      <dgm:spPr/>
    </dgm:pt>
    <dgm:pt modelId="{6E884A52-AD05-4FB8-85D0-EE869C389D60}" type="pres">
      <dgm:prSet presAssocID="{9D175037-5B4F-4D3C-84E3-E1EB5BBAEFF1}" presName="parTx" presStyleLbl="revTx" presStyleIdx="2" presStyleCnt="4">
        <dgm:presLayoutVars>
          <dgm:chMax val="0"/>
          <dgm:chPref val="0"/>
        </dgm:presLayoutVars>
      </dgm:prSet>
      <dgm:spPr/>
    </dgm:pt>
    <dgm:pt modelId="{BCEBEAE1-FE25-4F71-9736-763CEB7EE484}" type="pres">
      <dgm:prSet presAssocID="{A16D90E2-7ECC-40B4-9768-83EEE5BB22A4}" presName="sibTrans" presStyleCnt="0"/>
      <dgm:spPr/>
    </dgm:pt>
    <dgm:pt modelId="{DF0D1476-1308-4074-BAB0-7522DD7346B8}" type="pres">
      <dgm:prSet presAssocID="{BC58D368-D22E-4727-B0D4-20F375CC367E}" presName="compNode" presStyleCnt="0"/>
      <dgm:spPr/>
    </dgm:pt>
    <dgm:pt modelId="{D796D751-69F0-4561-9CAE-B9BD2B4678A3}" type="pres">
      <dgm:prSet presAssocID="{BC58D368-D22E-4727-B0D4-20F375CC367E}" presName="bgRect" presStyleLbl="bgShp" presStyleIdx="3" presStyleCnt="4"/>
      <dgm:spPr>
        <a:solidFill>
          <a:schemeClr val="accent3">
            <a:lumMod val="20000"/>
            <a:lumOff val="80000"/>
          </a:schemeClr>
        </a:solidFill>
      </dgm:spPr>
    </dgm:pt>
    <dgm:pt modelId="{8B3C36F9-C147-4D38-AE5C-6EAF73538981}" type="pres">
      <dgm:prSet presAssocID="{BC58D368-D22E-4727-B0D4-20F375CC367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heckmark"/>
        </a:ext>
      </dgm:extLst>
    </dgm:pt>
    <dgm:pt modelId="{88511B33-FA66-4476-94C9-20AA92646EAB}" type="pres">
      <dgm:prSet presAssocID="{BC58D368-D22E-4727-B0D4-20F375CC367E}" presName="spaceRect" presStyleCnt="0"/>
      <dgm:spPr/>
    </dgm:pt>
    <dgm:pt modelId="{B8576614-9A0A-4B5C-900F-9B8BFEE73D38}" type="pres">
      <dgm:prSet presAssocID="{BC58D368-D22E-4727-B0D4-20F375CC367E}" presName="parTx" presStyleLbl="revTx" presStyleIdx="3" presStyleCnt="4">
        <dgm:presLayoutVars>
          <dgm:chMax val="0"/>
          <dgm:chPref val="0"/>
        </dgm:presLayoutVars>
      </dgm:prSet>
      <dgm:spPr/>
    </dgm:pt>
  </dgm:ptLst>
  <dgm:cxnLst>
    <dgm:cxn modelId="{7824A41E-A2AA-402C-80FF-4DA5E28972AD}" srcId="{D35C8663-9CDC-4D7E-8475-2A416ADE8EE3}" destId="{CFF184C4-0868-4B5A-B4F9-D6B13CE0D4D8}" srcOrd="0" destOrd="0" parTransId="{4C540DA4-B624-4017-BA9E-4D04A45529C3}" sibTransId="{6C0F3BC1-65FF-4E76-A738-0F831E610D64}"/>
    <dgm:cxn modelId="{908E5E2C-2EEC-464A-A092-1A9C97CC6634}" type="presOf" srcId="{98414D5A-A80E-44B0-934F-26D16E33B197}" destId="{5A2EC534-0842-402A-9F00-2EA05EA276BD}" srcOrd="0" destOrd="0" presId="urn:microsoft.com/office/officeart/2018/2/layout/IconVerticalSolidList"/>
    <dgm:cxn modelId="{C83C5D6B-94AB-4417-826A-585A286A27B8}" srcId="{D35C8663-9CDC-4D7E-8475-2A416ADE8EE3}" destId="{98414D5A-A80E-44B0-934F-26D16E33B197}" srcOrd="1" destOrd="0" parTransId="{8A832D39-C7FF-4980-87AF-5C80A9B7F396}" sibTransId="{6C8D459F-5DA5-4D9E-84AD-AEA32D9CC699}"/>
    <dgm:cxn modelId="{A500F37C-9A6D-43CD-8EA7-0F2EE46D93F7}" type="presOf" srcId="{BC58D368-D22E-4727-B0D4-20F375CC367E}" destId="{B8576614-9A0A-4B5C-900F-9B8BFEE73D38}" srcOrd="0" destOrd="0" presId="urn:microsoft.com/office/officeart/2018/2/layout/IconVerticalSolidList"/>
    <dgm:cxn modelId="{AEF0B39B-E8CE-4659-B0B7-A36E81EB5EF5}" type="presOf" srcId="{CFF184C4-0868-4B5A-B4F9-D6B13CE0D4D8}" destId="{AEF9F6CE-8202-4180-AA2B-70AC06AF3A2B}" srcOrd="0" destOrd="0" presId="urn:microsoft.com/office/officeart/2018/2/layout/IconVerticalSolidList"/>
    <dgm:cxn modelId="{3E41EDAB-B924-4372-8FB9-3B6487BF4AE2}" type="presOf" srcId="{D35C8663-9CDC-4D7E-8475-2A416ADE8EE3}" destId="{186E4E29-3324-46BB-A608-CE0C333B4E1F}" srcOrd="0" destOrd="0" presId="urn:microsoft.com/office/officeart/2018/2/layout/IconVerticalSolidList"/>
    <dgm:cxn modelId="{7E75FBC5-8B82-471C-969D-13F717E44A34}" type="presOf" srcId="{9D175037-5B4F-4D3C-84E3-E1EB5BBAEFF1}" destId="{6E884A52-AD05-4FB8-85D0-EE869C389D60}" srcOrd="0" destOrd="0" presId="urn:microsoft.com/office/officeart/2018/2/layout/IconVerticalSolidList"/>
    <dgm:cxn modelId="{C188ACC6-0412-4193-BE4D-9CB0B9E296B3}" srcId="{D35C8663-9CDC-4D7E-8475-2A416ADE8EE3}" destId="{BC58D368-D22E-4727-B0D4-20F375CC367E}" srcOrd="3" destOrd="0" parTransId="{9AA4FB5E-3686-40E5-8D21-22EE8B3D1B90}" sibTransId="{8A73B194-1CFF-4D16-A3E3-A2F738485735}"/>
    <dgm:cxn modelId="{05F298DA-B570-43AD-8CB4-287205B5D2FB}" srcId="{D35C8663-9CDC-4D7E-8475-2A416ADE8EE3}" destId="{9D175037-5B4F-4D3C-84E3-E1EB5BBAEFF1}" srcOrd="2" destOrd="0" parTransId="{0D28B598-06B1-4C54-B76A-5EC901F30A81}" sibTransId="{A16D90E2-7ECC-40B4-9768-83EEE5BB22A4}"/>
    <dgm:cxn modelId="{CE0A18DB-6CA7-4165-A03F-CA11B437CCA7}" type="presParOf" srcId="{186E4E29-3324-46BB-A608-CE0C333B4E1F}" destId="{5B539DFB-FFA0-4147-9A67-ADA6CC26FD7D}" srcOrd="0" destOrd="0" presId="urn:microsoft.com/office/officeart/2018/2/layout/IconVerticalSolidList"/>
    <dgm:cxn modelId="{FD37BFC1-3A1D-4AF9-8523-F3ADA903039D}" type="presParOf" srcId="{5B539DFB-FFA0-4147-9A67-ADA6CC26FD7D}" destId="{39330FFB-81D0-413C-B09B-2DAB3BCC4FEB}" srcOrd="0" destOrd="0" presId="urn:microsoft.com/office/officeart/2018/2/layout/IconVerticalSolidList"/>
    <dgm:cxn modelId="{58B02C2A-F7D7-48B9-90BB-965742E290E8}" type="presParOf" srcId="{5B539DFB-FFA0-4147-9A67-ADA6CC26FD7D}" destId="{3BAB652C-F212-4B65-ADD8-C647F9C4F1FD}" srcOrd="1" destOrd="0" presId="urn:microsoft.com/office/officeart/2018/2/layout/IconVerticalSolidList"/>
    <dgm:cxn modelId="{7C4243C0-9CAA-44EC-9947-EE6F36742730}" type="presParOf" srcId="{5B539DFB-FFA0-4147-9A67-ADA6CC26FD7D}" destId="{0F05C64D-2529-4519-BE22-8A024291E14C}" srcOrd="2" destOrd="0" presId="urn:microsoft.com/office/officeart/2018/2/layout/IconVerticalSolidList"/>
    <dgm:cxn modelId="{824C9389-FEA1-47F5-951C-FF6B2E061C99}" type="presParOf" srcId="{5B539DFB-FFA0-4147-9A67-ADA6CC26FD7D}" destId="{AEF9F6CE-8202-4180-AA2B-70AC06AF3A2B}" srcOrd="3" destOrd="0" presId="urn:microsoft.com/office/officeart/2018/2/layout/IconVerticalSolidList"/>
    <dgm:cxn modelId="{DFFEFD74-1FC9-423E-A529-21F3E1FFD0A8}" type="presParOf" srcId="{186E4E29-3324-46BB-A608-CE0C333B4E1F}" destId="{29A6181B-62B1-459B-ADBC-B3951C8F01CF}" srcOrd="1" destOrd="0" presId="urn:microsoft.com/office/officeart/2018/2/layout/IconVerticalSolidList"/>
    <dgm:cxn modelId="{90916511-BA13-484C-8ECA-4F09A001D36C}" type="presParOf" srcId="{186E4E29-3324-46BB-A608-CE0C333B4E1F}" destId="{4FAB5D51-7467-4792-9205-499D6C065E18}" srcOrd="2" destOrd="0" presId="urn:microsoft.com/office/officeart/2018/2/layout/IconVerticalSolidList"/>
    <dgm:cxn modelId="{C7A9D296-60AE-43D3-A044-996617E6E69E}" type="presParOf" srcId="{4FAB5D51-7467-4792-9205-499D6C065E18}" destId="{E5D784CB-5C09-4A8E-BE49-24B864495202}" srcOrd="0" destOrd="0" presId="urn:microsoft.com/office/officeart/2018/2/layout/IconVerticalSolidList"/>
    <dgm:cxn modelId="{BD4D0486-20DE-4F54-ACB0-B0517094C6F9}" type="presParOf" srcId="{4FAB5D51-7467-4792-9205-499D6C065E18}" destId="{DD82D256-15C2-483D-8E50-E14038603CB7}" srcOrd="1" destOrd="0" presId="urn:microsoft.com/office/officeart/2018/2/layout/IconVerticalSolidList"/>
    <dgm:cxn modelId="{52723F94-8A47-4359-8EBD-E8FE6F55A7A0}" type="presParOf" srcId="{4FAB5D51-7467-4792-9205-499D6C065E18}" destId="{C7B8367F-4865-4EF0-8E62-E810A0F4043C}" srcOrd="2" destOrd="0" presId="urn:microsoft.com/office/officeart/2018/2/layout/IconVerticalSolidList"/>
    <dgm:cxn modelId="{EFBED34A-519C-464D-86BB-56A88C5058D5}" type="presParOf" srcId="{4FAB5D51-7467-4792-9205-499D6C065E18}" destId="{5A2EC534-0842-402A-9F00-2EA05EA276BD}" srcOrd="3" destOrd="0" presId="urn:microsoft.com/office/officeart/2018/2/layout/IconVerticalSolidList"/>
    <dgm:cxn modelId="{D6090113-DE20-4F17-B503-38682FE109E0}" type="presParOf" srcId="{186E4E29-3324-46BB-A608-CE0C333B4E1F}" destId="{714BE144-C3BE-4675-A6CD-22C9CA777B26}" srcOrd="3" destOrd="0" presId="urn:microsoft.com/office/officeart/2018/2/layout/IconVerticalSolidList"/>
    <dgm:cxn modelId="{DFE27282-3906-40F9-BD6C-1C04EB33AE00}" type="presParOf" srcId="{186E4E29-3324-46BB-A608-CE0C333B4E1F}" destId="{8A76019C-C2C7-4A09-BFB2-AC92FE75FDDC}" srcOrd="4" destOrd="0" presId="urn:microsoft.com/office/officeart/2018/2/layout/IconVerticalSolidList"/>
    <dgm:cxn modelId="{47547733-1621-4025-9A2F-536F840D7320}" type="presParOf" srcId="{8A76019C-C2C7-4A09-BFB2-AC92FE75FDDC}" destId="{612EE0C7-1621-41C1-B2BE-491B30B29AE1}" srcOrd="0" destOrd="0" presId="urn:microsoft.com/office/officeart/2018/2/layout/IconVerticalSolidList"/>
    <dgm:cxn modelId="{343C5E65-8ABD-4CF8-B20F-3F63242E6962}" type="presParOf" srcId="{8A76019C-C2C7-4A09-BFB2-AC92FE75FDDC}" destId="{F65386F3-CCE9-4158-9DE7-2B04B2F11DEC}" srcOrd="1" destOrd="0" presId="urn:microsoft.com/office/officeart/2018/2/layout/IconVerticalSolidList"/>
    <dgm:cxn modelId="{3056EBFE-9A15-4529-932D-B4106FF0F21A}" type="presParOf" srcId="{8A76019C-C2C7-4A09-BFB2-AC92FE75FDDC}" destId="{63262FA6-4096-461A-8321-F495EDBAB634}" srcOrd="2" destOrd="0" presId="urn:microsoft.com/office/officeart/2018/2/layout/IconVerticalSolidList"/>
    <dgm:cxn modelId="{9A35D626-CB14-429A-86D8-17678DE341E1}" type="presParOf" srcId="{8A76019C-C2C7-4A09-BFB2-AC92FE75FDDC}" destId="{6E884A52-AD05-4FB8-85D0-EE869C389D60}" srcOrd="3" destOrd="0" presId="urn:microsoft.com/office/officeart/2018/2/layout/IconVerticalSolidList"/>
    <dgm:cxn modelId="{254EA8AE-6291-4647-BEAF-CA608345DEA1}" type="presParOf" srcId="{186E4E29-3324-46BB-A608-CE0C333B4E1F}" destId="{BCEBEAE1-FE25-4F71-9736-763CEB7EE484}" srcOrd="5" destOrd="0" presId="urn:microsoft.com/office/officeart/2018/2/layout/IconVerticalSolidList"/>
    <dgm:cxn modelId="{5CF18D8B-94E8-49C3-B62E-0D15FB629D6E}" type="presParOf" srcId="{186E4E29-3324-46BB-A608-CE0C333B4E1F}" destId="{DF0D1476-1308-4074-BAB0-7522DD7346B8}" srcOrd="6" destOrd="0" presId="urn:microsoft.com/office/officeart/2018/2/layout/IconVerticalSolidList"/>
    <dgm:cxn modelId="{2C53085C-FA4F-40FC-9EC0-AEB099763CEB}" type="presParOf" srcId="{DF0D1476-1308-4074-BAB0-7522DD7346B8}" destId="{D796D751-69F0-4561-9CAE-B9BD2B4678A3}" srcOrd="0" destOrd="0" presId="urn:microsoft.com/office/officeart/2018/2/layout/IconVerticalSolidList"/>
    <dgm:cxn modelId="{E474A37A-C54D-4A9D-8DDF-22084E58A1EE}" type="presParOf" srcId="{DF0D1476-1308-4074-BAB0-7522DD7346B8}" destId="{8B3C36F9-C147-4D38-AE5C-6EAF73538981}" srcOrd="1" destOrd="0" presId="urn:microsoft.com/office/officeart/2018/2/layout/IconVerticalSolidList"/>
    <dgm:cxn modelId="{02342500-5F21-4AC5-BDE1-FB92FEE6230C}" type="presParOf" srcId="{DF0D1476-1308-4074-BAB0-7522DD7346B8}" destId="{88511B33-FA66-4476-94C9-20AA92646EAB}" srcOrd="2" destOrd="0" presId="urn:microsoft.com/office/officeart/2018/2/layout/IconVerticalSolidList"/>
    <dgm:cxn modelId="{1E9DE553-0A13-45C4-83FB-798D47ADF75E}" type="presParOf" srcId="{DF0D1476-1308-4074-BAB0-7522DD7346B8}" destId="{B8576614-9A0A-4B5C-900F-9B8BFEE73D3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35C8663-9CDC-4D7E-8475-2A416ADE8EE3}"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FF184C4-0868-4B5A-B4F9-D6B13CE0D4D8}">
      <dgm:prSet/>
      <dgm:spPr/>
      <dgm:t>
        <a:bodyPr/>
        <a:lstStyle/>
        <a:p>
          <a:pPr>
            <a:lnSpc>
              <a:spcPct val="100000"/>
            </a:lnSpc>
          </a:pPr>
          <a:r>
            <a:rPr lang="en-US" dirty="0"/>
            <a:t>8 </a:t>
          </a:r>
          <a:r>
            <a:rPr lang="en-US" dirty="0">
              <a:solidFill>
                <a:schemeClr val="tx1"/>
              </a:solidFill>
            </a:rPr>
            <a:t>health</a:t>
          </a:r>
          <a:r>
            <a:rPr lang="en-US" dirty="0"/>
            <a:t> questions</a:t>
          </a:r>
        </a:p>
      </dgm:t>
    </dgm:pt>
    <dgm:pt modelId="{4C540DA4-B624-4017-BA9E-4D04A45529C3}" type="parTrans" cxnId="{7824A41E-A2AA-402C-80FF-4DA5E28972AD}">
      <dgm:prSet/>
      <dgm:spPr/>
      <dgm:t>
        <a:bodyPr/>
        <a:lstStyle/>
        <a:p>
          <a:endParaRPr lang="en-US"/>
        </a:p>
      </dgm:t>
    </dgm:pt>
    <dgm:pt modelId="{6C0F3BC1-65FF-4E76-A738-0F831E610D64}" type="sibTrans" cxnId="{7824A41E-A2AA-402C-80FF-4DA5E28972AD}">
      <dgm:prSet/>
      <dgm:spPr/>
      <dgm:t>
        <a:bodyPr/>
        <a:lstStyle/>
        <a:p>
          <a:endParaRPr lang="en-US"/>
        </a:p>
      </dgm:t>
    </dgm:pt>
    <dgm:pt modelId="{98414D5A-A80E-44B0-934F-26D16E33B197}">
      <dgm:prSet/>
      <dgm:spPr/>
      <dgm:t>
        <a:bodyPr/>
        <a:lstStyle/>
        <a:p>
          <a:pPr>
            <a:lnSpc>
              <a:spcPct val="100000"/>
            </a:lnSpc>
          </a:pPr>
          <a:r>
            <a:rPr lang="en-US" dirty="0"/>
            <a:t>Any health question answered ‘yes’ will result in the client qualifying only for the Guarantee Issue policy. </a:t>
          </a:r>
        </a:p>
      </dgm:t>
    </dgm:pt>
    <dgm:pt modelId="{8A832D39-C7FF-4980-87AF-5C80A9B7F396}" type="parTrans" cxnId="{C83C5D6B-94AB-4417-826A-585A286A27B8}">
      <dgm:prSet/>
      <dgm:spPr/>
      <dgm:t>
        <a:bodyPr/>
        <a:lstStyle/>
        <a:p>
          <a:endParaRPr lang="en-US"/>
        </a:p>
      </dgm:t>
    </dgm:pt>
    <dgm:pt modelId="{6C8D459F-5DA5-4D9E-84AD-AEA32D9CC699}" type="sibTrans" cxnId="{C83C5D6B-94AB-4417-826A-585A286A27B8}">
      <dgm:prSet/>
      <dgm:spPr/>
      <dgm:t>
        <a:bodyPr/>
        <a:lstStyle/>
        <a:p>
          <a:endParaRPr lang="en-US"/>
        </a:p>
      </dgm:t>
    </dgm:pt>
    <dgm:pt modelId="{9D175037-5B4F-4D3C-84E3-E1EB5BBAEFF1}">
      <dgm:prSet/>
      <dgm:spPr/>
      <dgm:t>
        <a:bodyPr/>
        <a:lstStyle/>
        <a:p>
          <a:pPr>
            <a:lnSpc>
              <a:spcPct val="100000"/>
            </a:lnSpc>
          </a:pPr>
          <a:r>
            <a:rPr lang="en-US"/>
            <a:t>Standard approval if the client IS taking medication or being treated by a licensed member of the medical profession on many conditions.</a:t>
          </a:r>
        </a:p>
      </dgm:t>
    </dgm:pt>
    <dgm:pt modelId="{0D28B598-06B1-4C54-B76A-5EC901F30A81}" type="parTrans" cxnId="{05F298DA-B570-43AD-8CB4-287205B5D2FB}">
      <dgm:prSet/>
      <dgm:spPr/>
      <dgm:t>
        <a:bodyPr/>
        <a:lstStyle/>
        <a:p>
          <a:endParaRPr lang="en-US"/>
        </a:p>
      </dgm:t>
    </dgm:pt>
    <dgm:pt modelId="{A16D90E2-7ECC-40B4-9768-83EEE5BB22A4}" type="sibTrans" cxnId="{05F298DA-B570-43AD-8CB4-287205B5D2FB}">
      <dgm:prSet/>
      <dgm:spPr/>
      <dgm:t>
        <a:bodyPr/>
        <a:lstStyle/>
        <a:p>
          <a:endParaRPr lang="en-US"/>
        </a:p>
      </dgm:t>
    </dgm:pt>
    <dgm:pt modelId="{BC58D368-D22E-4727-B0D4-20F375CC367E}">
      <dgm:prSet/>
      <dgm:spPr/>
      <dgm:t>
        <a:bodyPr/>
        <a:lstStyle/>
        <a:p>
          <a:pPr>
            <a:lnSpc>
              <a:spcPct val="100000"/>
            </a:lnSpc>
          </a:pPr>
          <a:r>
            <a:rPr lang="en-US"/>
            <a:t>If ‘YES’ to any health questions, you will be prompted to change the plan to the Guarantee Issue policy in step 1 </a:t>
          </a:r>
        </a:p>
      </dgm:t>
    </dgm:pt>
    <dgm:pt modelId="{9AA4FB5E-3686-40E5-8D21-22EE8B3D1B90}" type="parTrans" cxnId="{C188ACC6-0412-4193-BE4D-9CB0B9E296B3}">
      <dgm:prSet/>
      <dgm:spPr/>
      <dgm:t>
        <a:bodyPr/>
        <a:lstStyle/>
        <a:p>
          <a:endParaRPr lang="en-US"/>
        </a:p>
      </dgm:t>
    </dgm:pt>
    <dgm:pt modelId="{8A73B194-1CFF-4D16-A3E3-A2F738485735}" type="sibTrans" cxnId="{C188ACC6-0412-4193-BE4D-9CB0B9E296B3}">
      <dgm:prSet/>
      <dgm:spPr/>
      <dgm:t>
        <a:bodyPr/>
        <a:lstStyle/>
        <a:p>
          <a:endParaRPr lang="en-US"/>
        </a:p>
      </dgm:t>
    </dgm:pt>
    <dgm:pt modelId="{186E4E29-3324-46BB-A608-CE0C333B4E1F}" type="pres">
      <dgm:prSet presAssocID="{D35C8663-9CDC-4D7E-8475-2A416ADE8EE3}" presName="root" presStyleCnt="0">
        <dgm:presLayoutVars>
          <dgm:dir/>
          <dgm:resizeHandles val="exact"/>
        </dgm:presLayoutVars>
      </dgm:prSet>
      <dgm:spPr/>
    </dgm:pt>
    <dgm:pt modelId="{5B539DFB-FFA0-4147-9A67-ADA6CC26FD7D}" type="pres">
      <dgm:prSet presAssocID="{CFF184C4-0868-4B5A-B4F9-D6B13CE0D4D8}" presName="compNode" presStyleCnt="0"/>
      <dgm:spPr/>
    </dgm:pt>
    <dgm:pt modelId="{39330FFB-81D0-413C-B09B-2DAB3BCC4FEB}" type="pres">
      <dgm:prSet presAssocID="{CFF184C4-0868-4B5A-B4F9-D6B13CE0D4D8}" presName="bgRect" presStyleLbl="bgShp" presStyleIdx="0" presStyleCnt="4" custLinFactNeighborX="1087" custLinFactNeighborY="1561"/>
      <dgm:spPr>
        <a:solidFill>
          <a:schemeClr val="accent3">
            <a:lumMod val="20000"/>
            <a:lumOff val="80000"/>
          </a:schemeClr>
        </a:solidFill>
      </dgm:spPr>
    </dgm:pt>
    <dgm:pt modelId="{3BAB652C-F212-4B65-ADD8-C647F9C4F1FD}" type="pres">
      <dgm:prSet presAssocID="{CFF184C4-0868-4B5A-B4F9-D6B13CE0D4D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lp"/>
        </a:ext>
      </dgm:extLst>
    </dgm:pt>
    <dgm:pt modelId="{0F05C64D-2529-4519-BE22-8A024291E14C}" type="pres">
      <dgm:prSet presAssocID="{CFF184C4-0868-4B5A-B4F9-D6B13CE0D4D8}" presName="spaceRect" presStyleCnt="0"/>
      <dgm:spPr/>
    </dgm:pt>
    <dgm:pt modelId="{AEF9F6CE-8202-4180-AA2B-70AC06AF3A2B}" type="pres">
      <dgm:prSet presAssocID="{CFF184C4-0868-4B5A-B4F9-D6B13CE0D4D8}" presName="parTx" presStyleLbl="revTx" presStyleIdx="0" presStyleCnt="4">
        <dgm:presLayoutVars>
          <dgm:chMax val="0"/>
          <dgm:chPref val="0"/>
        </dgm:presLayoutVars>
      </dgm:prSet>
      <dgm:spPr/>
    </dgm:pt>
    <dgm:pt modelId="{29A6181B-62B1-459B-ADBC-B3951C8F01CF}" type="pres">
      <dgm:prSet presAssocID="{6C0F3BC1-65FF-4E76-A738-0F831E610D64}" presName="sibTrans" presStyleCnt="0"/>
      <dgm:spPr/>
    </dgm:pt>
    <dgm:pt modelId="{4FAB5D51-7467-4792-9205-499D6C065E18}" type="pres">
      <dgm:prSet presAssocID="{98414D5A-A80E-44B0-934F-26D16E33B197}" presName="compNode" presStyleCnt="0"/>
      <dgm:spPr/>
    </dgm:pt>
    <dgm:pt modelId="{E5D784CB-5C09-4A8E-BE49-24B864495202}" type="pres">
      <dgm:prSet presAssocID="{98414D5A-A80E-44B0-934F-26D16E33B197}" presName="bgRect" presStyleLbl="bgShp" presStyleIdx="1" presStyleCnt="4"/>
      <dgm:spPr>
        <a:solidFill>
          <a:schemeClr val="accent1">
            <a:lumMod val="20000"/>
            <a:lumOff val="80000"/>
          </a:schemeClr>
        </a:solidFill>
      </dgm:spPr>
    </dgm:pt>
    <dgm:pt modelId="{DD82D256-15C2-483D-8E50-E14038603CB7}" type="pres">
      <dgm:prSet presAssocID="{98414D5A-A80E-44B0-934F-26D16E33B19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Questions"/>
        </a:ext>
      </dgm:extLst>
    </dgm:pt>
    <dgm:pt modelId="{C7B8367F-4865-4EF0-8E62-E810A0F4043C}" type="pres">
      <dgm:prSet presAssocID="{98414D5A-A80E-44B0-934F-26D16E33B197}" presName="spaceRect" presStyleCnt="0"/>
      <dgm:spPr/>
    </dgm:pt>
    <dgm:pt modelId="{5A2EC534-0842-402A-9F00-2EA05EA276BD}" type="pres">
      <dgm:prSet presAssocID="{98414D5A-A80E-44B0-934F-26D16E33B197}" presName="parTx" presStyleLbl="revTx" presStyleIdx="1" presStyleCnt="4">
        <dgm:presLayoutVars>
          <dgm:chMax val="0"/>
          <dgm:chPref val="0"/>
        </dgm:presLayoutVars>
      </dgm:prSet>
      <dgm:spPr/>
    </dgm:pt>
    <dgm:pt modelId="{714BE144-C3BE-4675-A6CD-22C9CA777B26}" type="pres">
      <dgm:prSet presAssocID="{6C8D459F-5DA5-4D9E-84AD-AEA32D9CC699}" presName="sibTrans" presStyleCnt="0"/>
      <dgm:spPr/>
    </dgm:pt>
    <dgm:pt modelId="{8A76019C-C2C7-4A09-BFB2-AC92FE75FDDC}" type="pres">
      <dgm:prSet presAssocID="{9D175037-5B4F-4D3C-84E3-E1EB5BBAEFF1}" presName="compNode" presStyleCnt="0"/>
      <dgm:spPr/>
    </dgm:pt>
    <dgm:pt modelId="{612EE0C7-1621-41C1-B2BE-491B30B29AE1}" type="pres">
      <dgm:prSet presAssocID="{9D175037-5B4F-4D3C-84E3-E1EB5BBAEFF1}" presName="bgRect" presStyleLbl="bgShp" presStyleIdx="2" presStyleCnt="4"/>
      <dgm:spPr>
        <a:solidFill>
          <a:schemeClr val="accent3">
            <a:lumMod val="20000"/>
            <a:lumOff val="80000"/>
          </a:schemeClr>
        </a:solidFill>
      </dgm:spPr>
    </dgm:pt>
    <dgm:pt modelId="{F65386F3-CCE9-4158-9DE7-2B04B2F11DEC}" type="pres">
      <dgm:prSet presAssocID="{9D175037-5B4F-4D3C-84E3-E1EB5BBAEFF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edicine"/>
        </a:ext>
      </dgm:extLst>
    </dgm:pt>
    <dgm:pt modelId="{63262FA6-4096-461A-8321-F495EDBAB634}" type="pres">
      <dgm:prSet presAssocID="{9D175037-5B4F-4D3C-84E3-E1EB5BBAEFF1}" presName="spaceRect" presStyleCnt="0"/>
      <dgm:spPr/>
    </dgm:pt>
    <dgm:pt modelId="{6E884A52-AD05-4FB8-85D0-EE869C389D60}" type="pres">
      <dgm:prSet presAssocID="{9D175037-5B4F-4D3C-84E3-E1EB5BBAEFF1}" presName="parTx" presStyleLbl="revTx" presStyleIdx="2" presStyleCnt="4">
        <dgm:presLayoutVars>
          <dgm:chMax val="0"/>
          <dgm:chPref val="0"/>
        </dgm:presLayoutVars>
      </dgm:prSet>
      <dgm:spPr/>
    </dgm:pt>
    <dgm:pt modelId="{BCEBEAE1-FE25-4F71-9736-763CEB7EE484}" type="pres">
      <dgm:prSet presAssocID="{A16D90E2-7ECC-40B4-9768-83EEE5BB22A4}" presName="sibTrans" presStyleCnt="0"/>
      <dgm:spPr/>
    </dgm:pt>
    <dgm:pt modelId="{DF0D1476-1308-4074-BAB0-7522DD7346B8}" type="pres">
      <dgm:prSet presAssocID="{BC58D368-D22E-4727-B0D4-20F375CC367E}" presName="compNode" presStyleCnt="0"/>
      <dgm:spPr/>
    </dgm:pt>
    <dgm:pt modelId="{D796D751-69F0-4561-9CAE-B9BD2B4678A3}" type="pres">
      <dgm:prSet presAssocID="{BC58D368-D22E-4727-B0D4-20F375CC367E}" presName="bgRect" presStyleLbl="bgShp" presStyleIdx="3" presStyleCnt="4"/>
      <dgm:spPr>
        <a:solidFill>
          <a:schemeClr val="accent3">
            <a:lumMod val="20000"/>
            <a:lumOff val="80000"/>
          </a:schemeClr>
        </a:solidFill>
      </dgm:spPr>
    </dgm:pt>
    <dgm:pt modelId="{8B3C36F9-C147-4D38-AE5C-6EAF73538981}" type="pres">
      <dgm:prSet presAssocID="{BC58D368-D22E-4727-B0D4-20F375CC367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heckmark"/>
        </a:ext>
      </dgm:extLst>
    </dgm:pt>
    <dgm:pt modelId="{88511B33-FA66-4476-94C9-20AA92646EAB}" type="pres">
      <dgm:prSet presAssocID="{BC58D368-D22E-4727-B0D4-20F375CC367E}" presName="spaceRect" presStyleCnt="0"/>
      <dgm:spPr/>
    </dgm:pt>
    <dgm:pt modelId="{B8576614-9A0A-4B5C-900F-9B8BFEE73D38}" type="pres">
      <dgm:prSet presAssocID="{BC58D368-D22E-4727-B0D4-20F375CC367E}" presName="parTx" presStyleLbl="revTx" presStyleIdx="3" presStyleCnt="4">
        <dgm:presLayoutVars>
          <dgm:chMax val="0"/>
          <dgm:chPref val="0"/>
        </dgm:presLayoutVars>
      </dgm:prSet>
      <dgm:spPr/>
    </dgm:pt>
  </dgm:ptLst>
  <dgm:cxnLst>
    <dgm:cxn modelId="{7824A41E-A2AA-402C-80FF-4DA5E28972AD}" srcId="{D35C8663-9CDC-4D7E-8475-2A416ADE8EE3}" destId="{CFF184C4-0868-4B5A-B4F9-D6B13CE0D4D8}" srcOrd="0" destOrd="0" parTransId="{4C540DA4-B624-4017-BA9E-4D04A45529C3}" sibTransId="{6C0F3BC1-65FF-4E76-A738-0F831E610D64}"/>
    <dgm:cxn modelId="{908E5E2C-2EEC-464A-A092-1A9C97CC6634}" type="presOf" srcId="{98414D5A-A80E-44B0-934F-26D16E33B197}" destId="{5A2EC534-0842-402A-9F00-2EA05EA276BD}" srcOrd="0" destOrd="0" presId="urn:microsoft.com/office/officeart/2018/2/layout/IconVerticalSolidList"/>
    <dgm:cxn modelId="{C83C5D6B-94AB-4417-826A-585A286A27B8}" srcId="{D35C8663-9CDC-4D7E-8475-2A416ADE8EE3}" destId="{98414D5A-A80E-44B0-934F-26D16E33B197}" srcOrd="1" destOrd="0" parTransId="{8A832D39-C7FF-4980-87AF-5C80A9B7F396}" sibTransId="{6C8D459F-5DA5-4D9E-84AD-AEA32D9CC699}"/>
    <dgm:cxn modelId="{A500F37C-9A6D-43CD-8EA7-0F2EE46D93F7}" type="presOf" srcId="{BC58D368-D22E-4727-B0D4-20F375CC367E}" destId="{B8576614-9A0A-4B5C-900F-9B8BFEE73D38}" srcOrd="0" destOrd="0" presId="urn:microsoft.com/office/officeart/2018/2/layout/IconVerticalSolidList"/>
    <dgm:cxn modelId="{AEF0B39B-E8CE-4659-B0B7-A36E81EB5EF5}" type="presOf" srcId="{CFF184C4-0868-4B5A-B4F9-D6B13CE0D4D8}" destId="{AEF9F6CE-8202-4180-AA2B-70AC06AF3A2B}" srcOrd="0" destOrd="0" presId="urn:microsoft.com/office/officeart/2018/2/layout/IconVerticalSolidList"/>
    <dgm:cxn modelId="{3E41EDAB-B924-4372-8FB9-3B6487BF4AE2}" type="presOf" srcId="{D35C8663-9CDC-4D7E-8475-2A416ADE8EE3}" destId="{186E4E29-3324-46BB-A608-CE0C333B4E1F}" srcOrd="0" destOrd="0" presId="urn:microsoft.com/office/officeart/2018/2/layout/IconVerticalSolidList"/>
    <dgm:cxn modelId="{7E75FBC5-8B82-471C-969D-13F717E44A34}" type="presOf" srcId="{9D175037-5B4F-4D3C-84E3-E1EB5BBAEFF1}" destId="{6E884A52-AD05-4FB8-85D0-EE869C389D60}" srcOrd="0" destOrd="0" presId="urn:microsoft.com/office/officeart/2018/2/layout/IconVerticalSolidList"/>
    <dgm:cxn modelId="{C188ACC6-0412-4193-BE4D-9CB0B9E296B3}" srcId="{D35C8663-9CDC-4D7E-8475-2A416ADE8EE3}" destId="{BC58D368-D22E-4727-B0D4-20F375CC367E}" srcOrd="3" destOrd="0" parTransId="{9AA4FB5E-3686-40E5-8D21-22EE8B3D1B90}" sibTransId="{8A73B194-1CFF-4D16-A3E3-A2F738485735}"/>
    <dgm:cxn modelId="{05F298DA-B570-43AD-8CB4-287205B5D2FB}" srcId="{D35C8663-9CDC-4D7E-8475-2A416ADE8EE3}" destId="{9D175037-5B4F-4D3C-84E3-E1EB5BBAEFF1}" srcOrd="2" destOrd="0" parTransId="{0D28B598-06B1-4C54-B76A-5EC901F30A81}" sibTransId="{A16D90E2-7ECC-40B4-9768-83EEE5BB22A4}"/>
    <dgm:cxn modelId="{CE0A18DB-6CA7-4165-A03F-CA11B437CCA7}" type="presParOf" srcId="{186E4E29-3324-46BB-A608-CE0C333B4E1F}" destId="{5B539DFB-FFA0-4147-9A67-ADA6CC26FD7D}" srcOrd="0" destOrd="0" presId="urn:microsoft.com/office/officeart/2018/2/layout/IconVerticalSolidList"/>
    <dgm:cxn modelId="{FD37BFC1-3A1D-4AF9-8523-F3ADA903039D}" type="presParOf" srcId="{5B539DFB-FFA0-4147-9A67-ADA6CC26FD7D}" destId="{39330FFB-81D0-413C-B09B-2DAB3BCC4FEB}" srcOrd="0" destOrd="0" presId="urn:microsoft.com/office/officeart/2018/2/layout/IconVerticalSolidList"/>
    <dgm:cxn modelId="{58B02C2A-F7D7-48B9-90BB-965742E290E8}" type="presParOf" srcId="{5B539DFB-FFA0-4147-9A67-ADA6CC26FD7D}" destId="{3BAB652C-F212-4B65-ADD8-C647F9C4F1FD}" srcOrd="1" destOrd="0" presId="urn:microsoft.com/office/officeart/2018/2/layout/IconVerticalSolidList"/>
    <dgm:cxn modelId="{7C4243C0-9CAA-44EC-9947-EE6F36742730}" type="presParOf" srcId="{5B539DFB-FFA0-4147-9A67-ADA6CC26FD7D}" destId="{0F05C64D-2529-4519-BE22-8A024291E14C}" srcOrd="2" destOrd="0" presId="urn:microsoft.com/office/officeart/2018/2/layout/IconVerticalSolidList"/>
    <dgm:cxn modelId="{824C9389-FEA1-47F5-951C-FF6B2E061C99}" type="presParOf" srcId="{5B539DFB-FFA0-4147-9A67-ADA6CC26FD7D}" destId="{AEF9F6CE-8202-4180-AA2B-70AC06AF3A2B}" srcOrd="3" destOrd="0" presId="urn:microsoft.com/office/officeart/2018/2/layout/IconVerticalSolidList"/>
    <dgm:cxn modelId="{DFFEFD74-1FC9-423E-A529-21F3E1FFD0A8}" type="presParOf" srcId="{186E4E29-3324-46BB-A608-CE0C333B4E1F}" destId="{29A6181B-62B1-459B-ADBC-B3951C8F01CF}" srcOrd="1" destOrd="0" presId="urn:microsoft.com/office/officeart/2018/2/layout/IconVerticalSolidList"/>
    <dgm:cxn modelId="{90916511-BA13-484C-8ECA-4F09A001D36C}" type="presParOf" srcId="{186E4E29-3324-46BB-A608-CE0C333B4E1F}" destId="{4FAB5D51-7467-4792-9205-499D6C065E18}" srcOrd="2" destOrd="0" presId="urn:microsoft.com/office/officeart/2018/2/layout/IconVerticalSolidList"/>
    <dgm:cxn modelId="{C7A9D296-60AE-43D3-A044-996617E6E69E}" type="presParOf" srcId="{4FAB5D51-7467-4792-9205-499D6C065E18}" destId="{E5D784CB-5C09-4A8E-BE49-24B864495202}" srcOrd="0" destOrd="0" presId="urn:microsoft.com/office/officeart/2018/2/layout/IconVerticalSolidList"/>
    <dgm:cxn modelId="{BD4D0486-20DE-4F54-ACB0-B0517094C6F9}" type="presParOf" srcId="{4FAB5D51-7467-4792-9205-499D6C065E18}" destId="{DD82D256-15C2-483D-8E50-E14038603CB7}" srcOrd="1" destOrd="0" presId="urn:microsoft.com/office/officeart/2018/2/layout/IconVerticalSolidList"/>
    <dgm:cxn modelId="{52723F94-8A47-4359-8EBD-E8FE6F55A7A0}" type="presParOf" srcId="{4FAB5D51-7467-4792-9205-499D6C065E18}" destId="{C7B8367F-4865-4EF0-8E62-E810A0F4043C}" srcOrd="2" destOrd="0" presId="urn:microsoft.com/office/officeart/2018/2/layout/IconVerticalSolidList"/>
    <dgm:cxn modelId="{EFBED34A-519C-464D-86BB-56A88C5058D5}" type="presParOf" srcId="{4FAB5D51-7467-4792-9205-499D6C065E18}" destId="{5A2EC534-0842-402A-9F00-2EA05EA276BD}" srcOrd="3" destOrd="0" presId="urn:microsoft.com/office/officeart/2018/2/layout/IconVerticalSolidList"/>
    <dgm:cxn modelId="{D6090113-DE20-4F17-B503-38682FE109E0}" type="presParOf" srcId="{186E4E29-3324-46BB-A608-CE0C333B4E1F}" destId="{714BE144-C3BE-4675-A6CD-22C9CA777B26}" srcOrd="3" destOrd="0" presId="urn:microsoft.com/office/officeart/2018/2/layout/IconVerticalSolidList"/>
    <dgm:cxn modelId="{DFE27282-3906-40F9-BD6C-1C04EB33AE00}" type="presParOf" srcId="{186E4E29-3324-46BB-A608-CE0C333B4E1F}" destId="{8A76019C-C2C7-4A09-BFB2-AC92FE75FDDC}" srcOrd="4" destOrd="0" presId="urn:microsoft.com/office/officeart/2018/2/layout/IconVerticalSolidList"/>
    <dgm:cxn modelId="{47547733-1621-4025-9A2F-536F840D7320}" type="presParOf" srcId="{8A76019C-C2C7-4A09-BFB2-AC92FE75FDDC}" destId="{612EE0C7-1621-41C1-B2BE-491B30B29AE1}" srcOrd="0" destOrd="0" presId="urn:microsoft.com/office/officeart/2018/2/layout/IconVerticalSolidList"/>
    <dgm:cxn modelId="{343C5E65-8ABD-4CF8-B20F-3F63242E6962}" type="presParOf" srcId="{8A76019C-C2C7-4A09-BFB2-AC92FE75FDDC}" destId="{F65386F3-CCE9-4158-9DE7-2B04B2F11DEC}" srcOrd="1" destOrd="0" presId="urn:microsoft.com/office/officeart/2018/2/layout/IconVerticalSolidList"/>
    <dgm:cxn modelId="{3056EBFE-9A15-4529-932D-B4106FF0F21A}" type="presParOf" srcId="{8A76019C-C2C7-4A09-BFB2-AC92FE75FDDC}" destId="{63262FA6-4096-461A-8321-F495EDBAB634}" srcOrd="2" destOrd="0" presId="urn:microsoft.com/office/officeart/2018/2/layout/IconVerticalSolidList"/>
    <dgm:cxn modelId="{9A35D626-CB14-429A-86D8-17678DE341E1}" type="presParOf" srcId="{8A76019C-C2C7-4A09-BFB2-AC92FE75FDDC}" destId="{6E884A52-AD05-4FB8-85D0-EE869C389D60}" srcOrd="3" destOrd="0" presId="urn:microsoft.com/office/officeart/2018/2/layout/IconVerticalSolidList"/>
    <dgm:cxn modelId="{254EA8AE-6291-4647-BEAF-CA608345DEA1}" type="presParOf" srcId="{186E4E29-3324-46BB-A608-CE0C333B4E1F}" destId="{BCEBEAE1-FE25-4F71-9736-763CEB7EE484}" srcOrd="5" destOrd="0" presId="urn:microsoft.com/office/officeart/2018/2/layout/IconVerticalSolidList"/>
    <dgm:cxn modelId="{5CF18D8B-94E8-49C3-B62E-0D15FB629D6E}" type="presParOf" srcId="{186E4E29-3324-46BB-A608-CE0C333B4E1F}" destId="{DF0D1476-1308-4074-BAB0-7522DD7346B8}" srcOrd="6" destOrd="0" presId="urn:microsoft.com/office/officeart/2018/2/layout/IconVerticalSolidList"/>
    <dgm:cxn modelId="{2C53085C-FA4F-40FC-9EC0-AEB099763CEB}" type="presParOf" srcId="{DF0D1476-1308-4074-BAB0-7522DD7346B8}" destId="{D796D751-69F0-4561-9CAE-B9BD2B4678A3}" srcOrd="0" destOrd="0" presId="urn:microsoft.com/office/officeart/2018/2/layout/IconVerticalSolidList"/>
    <dgm:cxn modelId="{E474A37A-C54D-4A9D-8DDF-22084E58A1EE}" type="presParOf" srcId="{DF0D1476-1308-4074-BAB0-7522DD7346B8}" destId="{8B3C36F9-C147-4D38-AE5C-6EAF73538981}" srcOrd="1" destOrd="0" presId="urn:microsoft.com/office/officeart/2018/2/layout/IconVerticalSolidList"/>
    <dgm:cxn modelId="{02342500-5F21-4AC5-BDE1-FB92FEE6230C}" type="presParOf" srcId="{DF0D1476-1308-4074-BAB0-7522DD7346B8}" destId="{88511B33-FA66-4476-94C9-20AA92646EAB}" srcOrd="2" destOrd="0" presId="urn:microsoft.com/office/officeart/2018/2/layout/IconVerticalSolidList"/>
    <dgm:cxn modelId="{1E9DE553-0A13-45C4-83FB-798D47ADF75E}" type="presParOf" srcId="{DF0D1476-1308-4074-BAB0-7522DD7346B8}" destId="{B8576614-9A0A-4B5C-900F-9B8BFEE73D3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35C8663-9CDC-4D7E-8475-2A416ADE8EE3}"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FF184C4-0868-4B5A-B4F9-D6B13CE0D4D8}">
      <dgm:prSet/>
      <dgm:spPr/>
      <dgm:t>
        <a:bodyPr/>
        <a:lstStyle/>
        <a:p>
          <a:pPr>
            <a:lnSpc>
              <a:spcPct val="100000"/>
            </a:lnSpc>
          </a:pPr>
          <a:r>
            <a:rPr lang="en-US" dirty="0"/>
            <a:t>8 </a:t>
          </a:r>
          <a:r>
            <a:rPr lang="en-US" dirty="0">
              <a:solidFill>
                <a:schemeClr val="tx1"/>
              </a:solidFill>
            </a:rPr>
            <a:t>health</a:t>
          </a:r>
          <a:r>
            <a:rPr lang="en-US" dirty="0"/>
            <a:t> questions</a:t>
          </a:r>
        </a:p>
      </dgm:t>
    </dgm:pt>
    <dgm:pt modelId="{4C540DA4-B624-4017-BA9E-4D04A45529C3}" type="parTrans" cxnId="{7824A41E-A2AA-402C-80FF-4DA5E28972AD}">
      <dgm:prSet/>
      <dgm:spPr/>
      <dgm:t>
        <a:bodyPr/>
        <a:lstStyle/>
        <a:p>
          <a:endParaRPr lang="en-US"/>
        </a:p>
      </dgm:t>
    </dgm:pt>
    <dgm:pt modelId="{6C0F3BC1-65FF-4E76-A738-0F831E610D64}" type="sibTrans" cxnId="{7824A41E-A2AA-402C-80FF-4DA5E28972AD}">
      <dgm:prSet/>
      <dgm:spPr/>
      <dgm:t>
        <a:bodyPr/>
        <a:lstStyle/>
        <a:p>
          <a:endParaRPr lang="en-US"/>
        </a:p>
      </dgm:t>
    </dgm:pt>
    <dgm:pt modelId="{98414D5A-A80E-44B0-934F-26D16E33B197}">
      <dgm:prSet/>
      <dgm:spPr/>
      <dgm:t>
        <a:bodyPr/>
        <a:lstStyle/>
        <a:p>
          <a:pPr>
            <a:lnSpc>
              <a:spcPct val="100000"/>
            </a:lnSpc>
          </a:pPr>
          <a:r>
            <a:rPr lang="en-US" dirty="0"/>
            <a:t>Any health question answered ‘yes’ will result in the client qualifying only for the Guarantee Issue policy. </a:t>
          </a:r>
        </a:p>
      </dgm:t>
    </dgm:pt>
    <dgm:pt modelId="{8A832D39-C7FF-4980-87AF-5C80A9B7F396}" type="parTrans" cxnId="{C83C5D6B-94AB-4417-826A-585A286A27B8}">
      <dgm:prSet/>
      <dgm:spPr/>
      <dgm:t>
        <a:bodyPr/>
        <a:lstStyle/>
        <a:p>
          <a:endParaRPr lang="en-US"/>
        </a:p>
      </dgm:t>
    </dgm:pt>
    <dgm:pt modelId="{6C8D459F-5DA5-4D9E-84AD-AEA32D9CC699}" type="sibTrans" cxnId="{C83C5D6B-94AB-4417-826A-585A286A27B8}">
      <dgm:prSet/>
      <dgm:spPr/>
      <dgm:t>
        <a:bodyPr/>
        <a:lstStyle/>
        <a:p>
          <a:endParaRPr lang="en-US"/>
        </a:p>
      </dgm:t>
    </dgm:pt>
    <dgm:pt modelId="{9D175037-5B4F-4D3C-84E3-E1EB5BBAEFF1}">
      <dgm:prSet/>
      <dgm:spPr/>
      <dgm:t>
        <a:bodyPr/>
        <a:lstStyle/>
        <a:p>
          <a:pPr>
            <a:lnSpc>
              <a:spcPct val="100000"/>
            </a:lnSpc>
          </a:pPr>
          <a:r>
            <a:rPr lang="en-US"/>
            <a:t>Standard approval if the client IS taking medication or being treated by a licensed member of the medical profession on many conditions.</a:t>
          </a:r>
        </a:p>
      </dgm:t>
    </dgm:pt>
    <dgm:pt modelId="{0D28B598-06B1-4C54-B76A-5EC901F30A81}" type="parTrans" cxnId="{05F298DA-B570-43AD-8CB4-287205B5D2FB}">
      <dgm:prSet/>
      <dgm:spPr/>
      <dgm:t>
        <a:bodyPr/>
        <a:lstStyle/>
        <a:p>
          <a:endParaRPr lang="en-US"/>
        </a:p>
      </dgm:t>
    </dgm:pt>
    <dgm:pt modelId="{A16D90E2-7ECC-40B4-9768-83EEE5BB22A4}" type="sibTrans" cxnId="{05F298DA-B570-43AD-8CB4-287205B5D2FB}">
      <dgm:prSet/>
      <dgm:spPr/>
      <dgm:t>
        <a:bodyPr/>
        <a:lstStyle/>
        <a:p>
          <a:endParaRPr lang="en-US"/>
        </a:p>
      </dgm:t>
    </dgm:pt>
    <dgm:pt modelId="{BC58D368-D22E-4727-B0D4-20F375CC367E}">
      <dgm:prSet/>
      <dgm:spPr/>
      <dgm:t>
        <a:bodyPr/>
        <a:lstStyle/>
        <a:p>
          <a:pPr>
            <a:lnSpc>
              <a:spcPct val="100000"/>
            </a:lnSpc>
          </a:pPr>
          <a:r>
            <a:rPr lang="en-US"/>
            <a:t>If ‘YES’ to any health questions, you will be prompted to change the plan to the Guarantee Issue policy in step 1 </a:t>
          </a:r>
        </a:p>
      </dgm:t>
    </dgm:pt>
    <dgm:pt modelId="{9AA4FB5E-3686-40E5-8D21-22EE8B3D1B90}" type="parTrans" cxnId="{C188ACC6-0412-4193-BE4D-9CB0B9E296B3}">
      <dgm:prSet/>
      <dgm:spPr/>
      <dgm:t>
        <a:bodyPr/>
        <a:lstStyle/>
        <a:p>
          <a:endParaRPr lang="en-US"/>
        </a:p>
      </dgm:t>
    </dgm:pt>
    <dgm:pt modelId="{8A73B194-1CFF-4D16-A3E3-A2F738485735}" type="sibTrans" cxnId="{C188ACC6-0412-4193-BE4D-9CB0B9E296B3}">
      <dgm:prSet/>
      <dgm:spPr/>
      <dgm:t>
        <a:bodyPr/>
        <a:lstStyle/>
        <a:p>
          <a:endParaRPr lang="en-US"/>
        </a:p>
      </dgm:t>
    </dgm:pt>
    <dgm:pt modelId="{186E4E29-3324-46BB-A608-CE0C333B4E1F}" type="pres">
      <dgm:prSet presAssocID="{D35C8663-9CDC-4D7E-8475-2A416ADE8EE3}" presName="root" presStyleCnt="0">
        <dgm:presLayoutVars>
          <dgm:dir/>
          <dgm:resizeHandles val="exact"/>
        </dgm:presLayoutVars>
      </dgm:prSet>
      <dgm:spPr/>
    </dgm:pt>
    <dgm:pt modelId="{5B539DFB-FFA0-4147-9A67-ADA6CC26FD7D}" type="pres">
      <dgm:prSet presAssocID="{CFF184C4-0868-4B5A-B4F9-D6B13CE0D4D8}" presName="compNode" presStyleCnt="0"/>
      <dgm:spPr/>
    </dgm:pt>
    <dgm:pt modelId="{39330FFB-81D0-413C-B09B-2DAB3BCC4FEB}" type="pres">
      <dgm:prSet presAssocID="{CFF184C4-0868-4B5A-B4F9-D6B13CE0D4D8}" presName="bgRect" presStyleLbl="bgShp" presStyleIdx="0" presStyleCnt="4" custLinFactNeighborX="1087" custLinFactNeighborY="1561"/>
      <dgm:spPr>
        <a:solidFill>
          <a:schemeClr val="accent3">
            <a:lumMod val="20000"/>
            <a:lumOff val="80000"/>
          </a:schemeClr>
        </a:solidFill>
      </dgm:spPr>
    </dgm:pt>
    <dgm:pt modelId="{3BAB652C-F212-4B65-ADD8-C647F9C4F1FD}" type="pres">
      <dgm:prSet presAssocID="{CFF184C4-0868-4B5A-B4F9-D6B13CE0D4D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lp"/>
        </a:ext>
      </dgm:extLst>
    </dgm:pt>
    <dgm:pt modelId="{0F05C64D-2529-4519-BE22-8A024291E14C}" type="pres">
      <dgm:prSet presAssocID="{CFF184C4-0868-4B5A-B4F9-D6B13CE0D4D8}" presName="spaceRect" presStyleCnt="0"/>
      <dgm:spPr/>
    </dgm:pt>
    <dgm:pt modelId="{AEF9F6CE-8202-4180-AA2B-70AC06AF3A2B}" type="pres">
      <dgm:prSet presAssocID="{CFF184C4-0868-4B5A-B4F9-D6B13CE0D4D8}" presName="parTx" presStyleLbl="revTx" presStyleIdx="0" presStyleCnt="4">
        <dgm:presLayoutVars>
          <dgm:chMax val="0"/>
          <dgm:chPref val="0"/>
        </dgm:presLayoutVars>
      </dgm:prSet>
      <dgm:spPr/>
    </dgm:pt>
    <dgm:pt modelId="{29A6181B-62B1-459B-ADBC-B3951C8F01CF}" type="pres">
      <dgm:prSet presAssocID="{6C0F3BC1-65FF-4E76-A738-0F831E610D64}" presName="sibTrans" presStyleCnt="0"/>
      <dgm:spPr/>
    </dgm:pt>
    <dgm:pt modelId="{4FAB5D51-7467-4792-9205-499D6C065E18}" type="pres">
      <dgm:prSet presAssocID="{98414D5A-A80E-44B0-934F-26D16E33B197}" presName="compNode" presStyleCnt="0"/>
      <dgm:spPr/>
    </dgm:pt>
    <dgm:pt modelId="{E5D784CB-5C09-4A8E-BE49-24B864495202}" type="pres">
      <dgm:prSet presAssocID="{98414D5A-A80E-44B0-934F-26D16E33B197}" presName="bgRect" presStyleLbl="bgShp" presStyleIdx="1" presStyleCnt="4"/>
      <dgm:spPr>
        <a:solidFill>
          <a:schemeClr val="accent3">
            <a:lumMod val="20000"/>
            <a:lumOff val="80000"/>
          </a:schemeClr>
        </a:solidFill>
      </dgm:spPr>
    </dgm:pt>
    <dgm:pt modelId="{DD82D256-15C2-483D-8E50-E14038603CB7}" type="pres">
      <dgm:prSet presAssocID="{98414D5A-A80E-44B0-934F-26D16E33B19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Questions"/>
        </a:ext>
      </dgm:extLst>
    </dgm:pt>
    <dgm:pt modelId="{C7B8367F-4865-4EF0-8E62-E810A0F4043C}" type="pres">
      <dgm:prSet presAssocID="{98414D5A-A80E-44B0-934F-26D16E33B197}" presName="spaceRect" presStyleCnt="0"/>
      <dgm:spPr/>
    </dgm:pt>
    <dgm:pt modelId="{5A2EC534-0842-402A-9F00-2EA05EA276BD}" type="pres">
      <dgm:prSet presAssocID="{98414D5A-A80E-44B0-934F-26D16E33B197}" presName="parTx" presStyleLbl="revTx" presStyleIdx="1" presStyleCnt="4">
        <dgm:presLayoutVars>
          <dgm:chMax val="0"/>
          <dgm:chPref val="0"/>
        </dgm:presLayoutVars>
      </dgm:prSet>
      <dgm:spPr/>
    </dgm:pt>
    <dgm:pt modelId="{714BE144-C3BE-4675-A6CD-22C9CA777B26}" type="pres">
      <dgm:prSet presAssocID="{6C8D459F-5DA5-4D9E-84AD-AEA32D9CC699}" presName="sibTrans" presStyleCnt="0"/>
      <dgm:spPr/>
    </dgm:pt>
    <dgm:pt modelId="{8A76019C-C2C7-4A09-BFB2-AC92FE75FDDC}" type="pres">
      <dgm:prSet presAssocID="{9D175037-5B4F-4D3C-84E3-E1EB5BBAEFF1}" presName="compNode" presStyleCnt="0"/>
      <dgm:spPr/>
    </dgm:pt>
    <dgm:pt modelId="{612EE0C7-1621-41C1-B2BE-491B30B29AE1}" type="pres">
      <dgm:prSet presAssocID="{9D175037-5B4F-4D3C-84E3-E1EB5BBAEFF1}" presName="bgRect" presStyleLbl="bgShp" presStyleIdx="2" presStyleCnt="4"/>
      <dgm:spPr>
        <a:solidFill>
          <a:schemeClr val="accent1">
            <a:lumMod val="20000"/>
            <a:lumOff val="80000"/>
          </a:schemeClr>
        </a:solidFill>
      </dgm:spPr>
    </dgm:pt>
    <dgm:pt modelId="{F65386F3-CCE9-4158-9DE7-2B04B2F11DEC}" type="pres">
      <dgm:prSet presAssocID="{9D175037-5B4F-4D3C-84E3-E1EB5BBAEFF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edicine"/>
        </a:ext>
      </dgm:extLst>
    </dgm:pt>
    <dgm:pt modelId="{63262FA6-4096-461A-8321-F495EDBAB634}" type="pres">
      <dgm:prSet presAssocID="{9D175037-5B4F-4D3C-84E3-E1EB5BBAEFF1}" presName="spaceRect" presStyleCnt="0"/>
      <dgm:spPr/>
    </dgm:pt>
    <dgm:pt modelId="{6E884A52-AD05-4FB8-85D0-EE869C389D60}" type="pres">
      <dgm:prSet presAssocID="{9D175037-5B4F-4D3C-84E3-E1EB5BBAEFF1}" presName="parTx" presStyleLbl="revTx" presStyleIdx="2" presStyleCnt="4">
        <dgm:presLayoutVars>
          <dgm:chMax val="0"/>
          <dgm:chPref val="0"/>
        </dgm:presLayoutVars>
      </dgm:prSet>
      <dgm:spPr/>
    </dgm:pt>
    <dgm:pt modelId="{BCEBEAE1-FE25-4F71-9736-763CEB7EE484}" type="pres">
      <dgm:prSet presAssocID="{A16D90E2-7ECC-40B4-9768-83EEE5BB22A4}" presName="sibTrans" presStyleCnt="0"/>
      <dgm:spPr/>
    </dgm:pt>
    <dgm:pt modelId="{DF0D1476-1308-4074-BAB0-7522DD7346B8}" type="pres">
      <dgm:prSet presAssocID="{BC58D368-D22E-4727-B0D4-20F375CC367E}" presName="compNode" presStyleCnt="0"/>
      <dgm:spPr/>
    </dgm:pt>
    <dgm:pt modelId="{D796D751-69F0-4561-9CAE-B9BD2B4678A3}" type="pres">
      <dgm:prSet presAssocID="{BC58D368-D22E-4727-B0D4-20F375CC367E}" presName="bgRect" presStyleLbl="bgShp" presStyleIdx="3" presStyleCnt="4"/>
      <dgm:spPr>
        <a:solidFill>
          <a:schemeClr val="accent3">
            <a:lumMod val="20000"/>
            <a:lumOff val="80000"/>
          </a:schemeClr>
        </a:solidFill>
      </dgm:spPr>
    </dgm:pt>
    <dgm:pt modelId="{8B3C36F9-C147-4D38-AE5C-6EAF73538981}" type="pres">
      <dgm:prSet presAssocID="{BC58D368-D22E-4727-B0D4-20F375CC367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heckmark"/>
        </a:ext>
      </dgm:extLst>
    </dgm:pt>
    <dgm:pt modelId="{88511B33-FA66-4476-94C9-20AA92646EAB}" type="pres">
      <dgm:prSet presAssocID="{BC58D368-D22E-4727-B0D4-20F375CC367E}" presName="spaceRect" presStyleCnt="0"/>
      <dgm:spPr/>
    </dgm:pt>
    <dgm:pt modelId="{B8576614-9A0A-4B5C-900F-9B8BFEE73D38}" type="pres">
      <dgm:prSet presAssocID="{BC58D368-D22E-4727-B0D4-20F375CC367E}" presName="parTx" presStyleLbl="revTx" presStyleIdx="3" presStyleCnt="4">
        <dgm:presLayoutVars>
          <dgm:chMax val="0"/>
          <dgm:chPref val="0"/>
        </dgm:presLayoutVars>
      </dgm:prSet>
      <dgm:spPr/>
    </dgm:pt>
  </dgm:ptLst>
  <dgm:cxnLst>
    <dgm:cxn modelId="{7824A41E-A2AA-402C-80FF-4DA5E28972AD}" srcId="{D35C8663-9CDC-4D7E-8475-2A416ADE8EE3}" destId="{CFF184C4-0868-4B5A-B4F9-D6B13CE0D4D8}" srcOrd="0" destOrd="0" parTransId="{4C540DA4-B624-4017-BA9E-4D04A45529C3}" sibTransId="{6C0F3BC1-65FF-4E76-A738-0F831E610D64}"/>
    <dgm:cxn modelId="{908E5E2C-2EEC-464A-A092-1A9C97CC6634}" type="presOf" srcId="{98414D5A-A80E-44B0-934F-26D16E33B197}" destId="{5A2EC534-0842-402A-9F00-2EA05EA276BD}" srcOrd="0" destOrd="0" presId="urn:microsoft.com/office/officeart/2018/2/layout/IconVerticalSolidList"/>
    <dgm:cxn modelId="{C83C5D6B-94AB-4417-826A-585A286A27B8}" srcId="{D35C8663-9CDC-4D7E-8475-2A416ADE8EE3}" destId="{98414D5A-A80E-44B0-934F-26D16E33B197}" srcOrd="1" destOrd="0" parTransId="{8A832D39-C7FF-4980-87AF-5C80A9B7F396}" sibTransId="{6C8D459F-5DA5-4D9E-84AD-AEA32D9CC699}"/>
    <dgm:cxn modelId="{A500F37C-9A6D-43CD-8EA7-0F2EE46D93F7}" type="presOf" srcId="{BC58D368-D22E-4727-B0D4-20F375CC367E}" destId="{B8576614-9A0A-4B5C-900F-9B8BFEE73D38}" srcOrd="0" destOrd="0" presId="urn:microsoft.com/office/officeart/2018/2/layout/IconVerticalSolidList"/>
    <dgm:cxn modelId="{AEF0B39B-E8CE-4659-B0B7-A36E81EB5EF5}" type="presOf" srcId="{CFF184C4-0868-4B5A-B4F9-D6B13CE0D4D8}" destId="{AEF9F6CE-8202-4180-AA2B-70AC06AF3A2B}" srcOrd="0" destOrd="0" presId="urn:microsoft.com/office/officeart/2018/2/layout/IconVerticalSolidList"/>
    <dgm:cxn modelId="{3E41EDAB-B924-4372-8FB9-3B6487BF4AE2}" type="presOf" srcId="{D35C8663-9CDC-4D7E-8475-2A416ADE8EE3}" destId="{186E4E29-3324-46BB-A608-CE0C333B4E1F}" srcOrd="0" destOrd="0" presId="urn:microsoft.com/office/officeart/2018/2/layout/IconVerticalSolidList"/>
    <dgm:cxn modelId="{7E75FBC5-8B82-471C-969D-13F717E44A34}" type="presOf" srcId="{9D175037-5B4F-4D3C-84E3-E1EB5BBAEFF1}" destId="{6E884A52-AD05-4FB8-85D0-EE869C389D60}" srcOrd="0" destOrd="0" presId="urn:microsoft.com/office/officeart/2018/2/layout/IconVerticalSolidList"/>
    <dgm:cxn modelId="{C188ACC6-0412-4193-BE4D-9CB0B9E296B3}" srcId="{D35C8663-9CDC-4D7E-8475-2A416ADE8EE3}" destId="{BC58D368-D22E-4727-B0D4-20F375CC367E}" srcOrd="3" destOrd="0" parTransId="{9AA4FB5E-3686-40E5-8D21-22EE8B3D1B90}" sibTransId="{8A73B194-1CFF-4D16-A3E3-A2F738485735}"/>
    <dgm:cxn modelId="{05F298DA-B570-43AD-8CB4-287205B5D2FB}" srcId="{D35C8663-9CDC-4D7E-8475-2A416ADE8EE3}" destId="{9D175037-5B4F-4D3C-84E3-E1EB5BBAEFF1}" srcOrd="2" destOrd="0" parTransId="{0D28B598-06B1-4C54-B76A-5EC901F30A81}" sibTransId="{A16D90E2-7ECC-40B4-9768-83EEE5BB22A4}"/>
    <dgm:cxn modelId="{CE0A18DB-6CA7-4165-A03F-CA11B437CCA7}" type="presParOf" srcId="{186E4E29-3324-46BB-A608-CE0C333B4E1F}" destId="{5B539DFB-FFA0-4147-9A67-ADA6CC26FD7D}" srcOrd="0" destOrd="0" presId="urn:microsoft.com/office/officeart/2018/2/layout/IconVerticalSolidList"/>
    <dgm:cxn modelId="{FD37BFC1-3A1D-4AF9-8523-F3ADA903039D}" type="presParOf" srcId="{5B539DFB-FFA0-4147-9A67-ADA6CC26FD7D}" destId="{39330FFB-81D0-413C-B09B-2DAB3BCC4FEB}" srcOrd="0" destOrd="0" presId="urn:microsoft.com/office/officeart/2018/2/layout/IconVerticalSolidList"/>
    <dgm:cxn modelId="{58B02C2A-F7D7-48B9-90BB-965742E290E8}" type="presParOf" srcId="{5B539DFB-FFA0-4147-9A67-ADA6CC26FD7D}" destId="{3BAB652C-F212-4B65-ADD8-C647F9C4F1FD}" srcOrd="1" destOrd="0" presId="urn:microsoft.com/office/officeart/2018/2/layout/IconVerticalSolidList"/>
    <dgm:cxn modelId="{7C4243C0-9CAA-44EC-9947-EE6F36742730}" type="presParOf" srcId="{5B539DFB-FFA0-4147-9A67-ADA6CC26FD7D}" destId="{0F05C64D-2529-4519-BE22-8A024291E14C}" srcOrd="2" destOrd="0" presId="urn:microsoft.com/office/officeart/2018/2/layout/IconVerticalSolidList"/>
    <dgm:cxn modelId="{824C9389-FEA1-47F5-951C-FF6B2E061C99}" type="presParOf" srcId="{5B539DFB-FFA0-4147-9A67-ADA6CC26FD7D}" destId="{AEF9F6CE-8202-4180-AA2B-70AC06AF3A2B}" srcOrd="3" destOrd="0" presId="urn:microsoft.com/office/officeart/2018/2/layout/IconVerticalSolidList"/>
    <dgm:cxn modelId="{DFFEFD74-1FC9-423E-A529-21F3E1FFD0A8}" type="presParOf" srcId="{186E4E29-3324-46BB-A608-CE0C333B4E1F}" destId="{29A6181B-62B1-459B-ADBC-B3951C8F01CF}" srcOrd="1" destOrd="0" presId="urn:microsoft.com/office/officeart/2018/2/layout/IconVerticalSolidList"/>
    <dgm:cxn modelId="{90916511-BA13-484C-8ECA-4F09A001D36C}" type="presParOf" srcId="{186E4E29-3324-46BB-A608-CE0C333B4E1F}" destId="{4FAB5D51-7467-4792-9205-499D6C065E18}" srcOrd="2" destOrd="0" presId="urn:microsoft.com/office/officeart/2018/2/layout/IconVerticalSolidList"/>
    <dgm:cxn modelId="{C7A9D296-60AE-43D3-A044-996617E6E69E}" type="presParOf" srcId="{4FAB5D51-7467-4792-9205-499D6C065E18}" destId="{E5D784CB-5C09-4A8E-BE49-24B864495202}" srcOrd="0" destOrd="0" presId="urn:microsoft.com/office/officeart/2018/2/layout/IconVerticalSolidList"/>
    <dgm:cxn modelId="{BD4D0486-20DE-4F54-ACB0-B0517094C6F9}" type="presParOf" srcId="{4FAB5D51-7467-4792-9205-499D6C065E18}" destId="{DD82D256-15C2-483D-8E50-E14038603CB7}" srcOrd="1" destOrd="0" presId="urn:microsoft.com/office/officeart/2018/2/layout/IconVerticalSolidList"/>
    <dgm:cxn modelId="{52723F94-8A47-4359-8EBD-E8FE6F55A7A0}" type="presParOf" srcId="{4FAB5D51-7467-4792-9205-499D6C065E18}" destId="{C7B8367F-4865-4EF0-8E62-E810A0F4043C}" srcOrd="2" destOrd="0" presId="urn:microsoft.com/office/officeart/2018/2/layout/IconVerticalSolidList"/>
    <dgm:cxn modelId="{EFBED34A-519C-464D-86BB-56A88C5058D5}" type="presParOf" srcId="{4FAB5D51-7467-4792-9205-499D6C065E18}" destId="{5A2EC534-0842-402A-9F00-2EA05EA276BD}" srcOrd="3" destOrd="0" presId="urn:microsoft.com/office/officeart/2018/2/layout/IconVerticalSolidList"/>
    <dgm:cxn modelId="{D6090113-DE20-4F17-B503-38682FE109E0}" type="presParOf" srcId="{186E4E29-3324-46BB-A608-CE0C333B4E1F}" destId="{714BE144-C3BE-4675-A6CD-22C9CA777B26}" srcOrd="3" destOrd="0" presId="urn:microsoft.com/office/officeart/2018/2/layout/IconVerticalSolidList"/>
    <dgm:cxn modelId="{DFE27282-3906-40F9-BD6C-1C04EB33AE00}" type="presParOf" srcId="{186E4E29-3324-46BB-A608-CE0C333B4E1F}" destId="{8A76019C-C2C7-4A09-BFB2-AC92FE75FDDC}" srcOrd="4" destOrd="0" presId="urn:microsoft.com/office/officeart/2018/2/layout/IconVerticalSolidList"/>
    <dgm:cxn modelId="{47547733-1621-4025-9A2F-536F840D7320}" type="presParOf" srcId="{8A76019C-C2C7-4A09-BFB2-AC92FE75FDDC}" destId="{612EE0C7-1621-41C1-B2BE-491B30B29AE1}" srcOrd="0" destOrd="0" presId="urn:microsoft.com/office/officeart/2018/2/layout/IconVerticalSolidList"/>
    <dgm:cxn modelId="{343C5E65-8ABD-4CF8-B20F-3F63242E6962}" type="presParOf" srcId="{8A76019C-C2C7-4A09-BFB2-AC92FE75FDDC}" destId="{F65386F3-CCE9-4158-9DE7-2B04B2F11DEC}" srcOrd="1" destOrd="0" presId="urn:microsoft.com/office/officeart/2018/2/layout/IconVerticalSolidList"/>
    <dgm:cxn modelId="{3056EBFE-9A15-4529-932D-B4106FF0F21A}" type="presParOf" srcId="{8A76019C-C2C7-4A09-BFB2-AC92FE75FDDC}" destId="{63262FA6-4096-461A-8321-F495EDBAB634}" srcOrd="2" destOrd="0" presId="urn:microsoft.com/office/officeart/2018/2/layout/IconVerticalSolidList"/>
    <dgm:cxn modelId="{9A35D626-CB14-429A-86D8-17678DE341E1}" type="presParOf" srcId="{8A76019C-C2C7-4A09-BFB2-AC92FE75FDDC}" destId="{6E884A52-AD05-4FB8-85D0-EE869C389D60}" srcOrd="3" destOrd="0" presId="urn:microsoft.com/office/officeart/2018/2/layout/IconVerticalSolidList"/>
    <dgm:cxn modelId="{254EA8AE-6291-4647-BEAF-CA608345DEA1}" type="presParOf" srcId="{186E4E29-3324-46BB-A608-CE0C333B4E1F}" destId="{BCEBEAE1-FE25-4F71-9736-763CEB7EE484}" srcOrd="5" destOrd="0" presId="urn:microsoft.com/office/officeart/2018/2/layout/IconVerticalSolidList"/>
    <dgm:cxn modelId="{5CF18D8B-94E8-49C3-B62E-0D15FB629D6E}" type="presParOf" srcId="{186E4E29-3324-46BB-A608-CE0C333B4E1F}" destId="{DF0D1476-1308-4074-BAB0-7522DD7346B8}" srcOrd="6" destOrd="0" presId="urn:microsoft.com/office/officeart/2018/2/layout/IconVerticalSolidList"/>
    <dgm:cxn modelId="{2C53085C-FA4F-40FC-9EC0-AEB099763CEB}" type="presParOf" srcId="{DF0D1476-1308-4074-BAB0-7522DD7346B8}" destId="{D796D751-69F0-4561-9CAE-B9BD2B4678A3}" srcOrd="0" destOrd="0" presId="urn:microsoft.com/office/officeart/2018/2/layout/IconVerticalSolidList"/>
    <dgm:cxn modelId="{E474A37A-C54D-4A9D-8DDF-22084E58A1EE}" type="presParOf" srcId="{DF0D1476-1308-4074-BAB0-7522DD7346B8}" destId="{8B3C36F9-C147-4D38-AE5C-6EAF73538981}" srcOrd="1" destOrd="0" presId="urn:microsoft.com/office/officeart/2018/2/layout/IconVerticalSolidList"/>
    <dgm:cxn modelId="{02342500-5F21-4AC5-BDE1-FB92FEE6230C}" type="presParOf" srcId="{DF0D1476-1308-4074-BAB0-7522DD7346B8}" destId="{88511B33-FA66-4476-94C9-20AA92646EAB}" srcOrd="2" destOrd="0" presId="urn:microsoft.com/office/officeart/2018/2/layout/IconVerticalSolidList"/>
    <dgm:cxn modelId="{1E9DE553-0A13-45C4-83FB-798D47ADF75E}" type="presParOf" srcId="{DF0D1476-1308-4074-BAB0-7522DD7346B8}" destId="{B8576614-9A0A-4B5C-900F-9B8BFEE73D3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35C8663-9CDC-4D7E-8475-2A416ADE8EE3}"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FF184C4-0868-4B5A-B4F9-D6B13CE0D4D8}">
      <dgm:prSet/>
      <dgm:spPr/>
      <dgm:t>
        <a:bodyPr/>
        <a:lstStyle/>
        <a:p>
          <a:pPr>
            <a:lnSpc>
              <a:spcPct val="100000"/>
            </a:lnSpc>
          </a:pPr>
          <a:r>
            <a:rPr lang="en-US" dirty="0"/>
            <a:t>8 </a:t>
          </a:r>
          <a:r>
            <a:rPr lang="en-US" dirty="0">
              <a:solidFill>
                <a:schemeClr val="tx1"/>
              </a:solidFill>
            </a:rPr>
            <a:t>health</a:t>
          </a:r>
          <a:r>
            <a:rPr lang="en-US" dirty="0"/>
            <a:t> questions</a:t>
          </a:r>
        </a:p>
      </dgm:t>
    </dgm:pt>
    <dgm:pt modelId="{4C540DA4-B624-4017-BA9E-4D04A45529C3}" type="parTrans" cxnId="{7824A41E-A2AA-402C-80FF-4DA5E28972AD}">
      <dgm:prSet/>
      <dgm:spPr/>
      <dgm:t>
        <a:bodyPr/>
        <a:lstStyle/>
        <a:p>
          <a:endParaRPr lang="en-US"/>
        </a:p>
      </dgm:t>
    </dgm:pt>
    <dgm:pt modelId="{6C0F3BC1-65FF-4E76-A738-0F831E610D64}" type="sibTrans" cxnId="{7824A41E-A2AA-402C-80FF-4DA5E28972AD}">
      <dgm:prSet/>
      <dgm:spPr/>
      <dgm:t>
        <a:bodyPr/>
        <a:lstStyle/>
        <a:p>
          <a:endParaRPr lang="en-US"/>
        </a:p>
      </dgm:t>
    </dgm:pt>
    <dgm:pt modelId="{98414D5A-A80E-44B0-934F-26D16E33B197}">
      <dgm:prSet/>
      <dgm:spPr/>
      <dgm:t>
        <a:bodyPr/>
        <a:lstStyle/>
        <a:p>
          <a:pPr>
            <a:lnSpc>
              <a:spcPct val="100000"/>
            </a:lnSpc>
          </a:pPr>
          <a:r>
            <a:rPr lang="en-US" dirty="0"/>
            <a:t>Any health question answered ‘yes’ will result in the client qualifying only for the Guarantee Issue policy. </a:t>
          </a:r>
        </a:p>
      </dgm:t>
    </dgm:pt>
    <dgm:pt modelId="{8A832D39-C7FF-4980-87AF-5C80A9B7F396}" type="parTrans" cxnId="{C83C5D6B-94AB-4417-826A-585A286A27B8}">
      <dgm:prSet/>
      <dgm:spPr/>
      <dgm:t>
        <a:bodyPr/>
        <a:lstStyle/>
        <a:p>
          <a:endParaRPr lang="en-US"/>
        </a:p>
      </dgm:t>
    </dgm:pt>
    <dgm:pt modelId="{6C8D459F-5DA5-4D9E-84AD-AEA32D9CC699}" type="sibTrans" cxnId="{C83C5D6B-94AB-4417-826A-585A286A27B8}">
      <dgm:prSet/>
      <dgm:spPr/>
      <dgm:t>
        <a:bodyPr/>
        <a:lstStyle/>
        <a:p>
          <a:endParaRPr lang="en-US"/>
        </a:p>
      </dgm:t>
    </dgm:pt>
    <dgm:pt modelId="{9D175037-5B4F-4D3C-84E3-E1EB5BBAEFF1}">
      <dgm:prSet/>
      <dgm:spPr/>
      <dgm:t>
        <a:bodyPr/>
        <a:lstStyle/>
        <a:p>
          <a:pPr>
            <a:lnSpc>
              <a:spcPct val="100000"/>
            </a:lnSpc>
          </a:pPr>
          <a:r>
            <a:rPr lang="en-US"/>
            <a:t>Standard approval if the client IS taking medication or being treated by a licensed member of the medical profession on many conditions.</a:t>
          </a:r>
        </a:p>
      </dgm:t>
    </dgm:pt>
    <dgm:pt modelId="{0D28B598-06B1-4C54-B76A-5EC901F30A81}" type="parTrans" cxnId="{05F298DA-B570-43AD-8CB4-287205B5D2FB}">
      <dgm:prSet/>
      <dgm:spPr/>
      <dgm:t>
        <a:bodyPr/>
        <a:lstStyle/>
        <a:p>
          <a:endParaRPr lang="en-US"/>
        </a:p>
      </dgm:t>
    </dgm:pt>
    <dgm:pt modelId="{A16D90E2-7ECC-40B4-9768-83EEE5BB22A4}" type="sibTrans" cxnId="{05F298DA-B570-43AD-8CB4-287205B5D2FB}">
      <dgm:prSet/>
      <dgm:spPr/>
      <dgm:t>
        <a:bodyPr/>
        <a:lstStyle/>
        <a:p>
          <a:endParaRPr lang="en-US"/>
        </a:p>
      </dgm:t>
    </dgm:pt>
    <dgm:pt modelId="{BC58D368-D22E-4727-B0D4-20F375CC367E}">
      <dgm:prSet/>
      <dgm:spPr/>
      <dgm:t>
        <a:bodyPr/>
        <a:lstStyle/>
        <a:p>
          <a:pPr>
            <a:lnSpc>
              <a:spcPct val="100000"/>
            </a:lnSpc>
          </a:pPr>
          <a:r>
            <a:rPr lang="en-US"/>
            <a:t>If ‘YES’ to any health questions, you will be prompted to change the plan to the Guarantee Issue policy in step 1 </a:t>
          </a:r>
        </a:p>
      </dgm:t>
    </dgm:pt>
    <dgm:pt modelId="{9AA4FB5E-3686-40E5-8D21-22EE8B3D1B90}" type="parTrans" cxnId="{C188ACC6-0412-4193-BE4D-9CB0B9E296B3}">
      <dgm:prSet/>
      <dgm:spPr/>
      <dgm:t>
        <a:bodyPr/>
        <a:lstStyle/>
        <a:p>
          <a:endParaRPr lang="en-US"/>
        </a:p>
      </dgm:t>
    </dgm:pt>
    <dgm:pt modelId="{8A73B194-1CFF-4D16-A3E3-A2F738485735}" type="sibTrans" cxnId="{C188ACC6-0412-4193-BE4D-9CB0B9E296B3}">
      <dgm:prSet/>
      <dgm:spPr/>
      <dgm:t>
        <a:bodyPr/>
        <a:lstStyle/>
        <a:p>
          <a:endParaRPr lang="en-US"/>
        </a:p>
      </dgm:t>
    </dgm:pt>
    <dgm:pt modelId="{186E4E29-3324-46BB-A608-CE0C333B4E1F}" type="pres">
      <dgm:prSet presAssocID="{D35C8663-9CDC-4D7E-8475-2A416ADE8EE3}" presName="root" presStyleCnt="0">
        <dgm:presLayoutVars>
          <dgm:dir/>
          <dgm:resizeHandles val="exact"/>
        </dgm:presLayoutVars>
      </dgm:prSet>
      <dgm:spPr/>
    </dgm:pt>
    <dgm:pt modelId="{5B539DFB-FFA0-4147-9A67-ADA6CC26FD7D}" type="pres">
      <dgm:prSet presAssocID="{CFF184C4-0868-4B5A-B4F9-D6B13CE0D4D8}" presName="compNode" presStyleCnt="0"/>
      <dgm:spPr/>
    </dgm:pt>
    <dgm:pt modelId="{39330FFB-81D0-413C-B09B-2DAB3BCC4FEB}" type="pres">
      <dgm:prSet presAssocID="{CFF184C4-0868-4B5A-B4F9-D6B13CE0D4D8}" presName="bgRect" presStyleLbl="bgShp" presStyleIdx="0" presStyleCnt="4" custLinFactNeighborX="1087" custLinFactNeighborY="1561"/>
      <dgm:spPr>
        <a:solidFill>
          <a:schemeClr val="accent3">
            <a:lumMod val="20000"/>
            <a:lumOff val="80000"/>
          </a:schemeClr>
        </a:solidFill>
      </dgm:spPr>
    </dgm:pt>
    <dgm:pt modelId="{3BAB652C-F212-4B65-ADD8-C647F9C4F1FD}" type="pres">
      <dgm:prSet presAssocID="{CFF184C4-0868-4B5A-B4F9-D6B13CE0D4D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lp"/>
        </a:ext>
      </dgm:extLst>
    </dgm:pt>
    <dgm:pt modelId="{0F05C64D-2529-4519-BE22-8A024291E14C}" type="pres">
      <dgm:prSet presAssocID="{CFF184C4-0868-4B5A-B4F9-D6B13CE0D4D8}" presName="spaceRect" presStyleCnt="0"/>
      <dgm:spPr/>
    </dgm:pt>
    <dgm:pt modelId="{AEF9F6CE-8202-4180-AA2B-70AC06AF3A2B}" type="pres">
      <dgm:prSet presAssocID="{CFF184C4-0868-4B5A-B4F9-D6B13CE0D4D8}" presName="parTx" presStyleLbl="revTx" presStyleIdx="0" presStyleCnt="4">
        <dgm:presLayoutVars>
          <dgm:chMax val="0"/>
          <dgm:chPref val="0"/>
        </dgm:presLayoutVars>
      </dgm:prSet>
      <dgm:spPr/>
    </dgm:pt>
    <dgm:pt modelId="{29A6181B-62B1-459B-ADBC-B3951C8F01CF}" type="pres">
      <dgm:prSet presAssocID="{6C0F3BC1-65FF-4E76-A738-0F831E610D64}" presName="sibTrans" presStyleCnt="0"/>
      <dgm:spPr/>
    </dgm:pt>
    <dgm:pt modelId="{4FAB5D51-7467-4792-9205-499D6C065E18}" type="pres">
      <dgm:prSet presAssocID="{98414D5A-A80E-44B0-934F-26D16E33B197}" presName="compNode" presStyleCnt="0"/>
      <dgm:spPr/>
    </dgm:pt>
    <dgm:pt modelId="{E5D784CB-5C09-4A8E-BE49-24B864495202}" type="pres">
      <dgm:prSet presAssocID="{98414D5A-A80E-44B0-934F-26D16E33B197}" presName="bgRect" presStyleLbl="bgShp" presStyleIdx="1" presStyleCnt="4"/>
      <dgm:spPr>
        <a:solidFill>
          <a:schemeClr val="accent3">
            <a:lumMod val="20000"/>
            <a:lumOff val="80000"/>
          </a:schemeClr>
        </a:solidFill>
      </dgm:spPr>
    </dgm:pt>
    <dgm:pt modelId="{DD82D256-15C2-483D-8E50-E14038603CB7}" type="pres">
      <dgm:prSet presAssocID="{98414D5A-A80E-44B0-934F-26D16E33B19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Questions"/>
        </a:ext>
      </dgm:extLst>
    </dgm:pt>
    <dgm:pt modelId="{C7B8367F-4865-4EF0-8E62-E810A0F4043C}" type="pres">
      <dgm:prSet presAssocID="{98414D5A-A80E-44B0-934F-26D16E33B197}" presName="spaceRect" presStyleCnt="0"/>
      <dgm:spPr/>
    </dgm:pt>
    <dgm:pt modelId="{5A2EC534-0842-402A-9F00-2EA05EA276BD}" type="pres">
      <dgm:prSet presAssocID="{98414D5A-A80E-44B0-934F-26D16E33B197}" presName="parTx" presStyleLbl="revTx" presStyleIdx="1" presStyleCnt="4">
        <dgm:presLayoutVars>
          <dgm:chMax val="0"/>
          <dgm:chPref val="0"/>
        </dgm:presLayoutVars>
      </dgm:prSet>
      <dgm:spPr/>
    </dgm:pt>
    <dgm:pt modelId="{714BE144-C3BE-4675-A6CD-22C9CA777B26}" type="pres">
      <dgm:prSet presAssocID="{6C8D459F-5DA5-4D9E-84AD-AEA32D9CC699}" presName="sibTrans" presStyleCnt="0"/>
      <dgm:spPr/>
    </dgm:pt>
    <dgm:pt modelId="{8A76019C-C2C7-4A09-BFB2-AC92FE75FDDC}" type="pres">
      <dgm:prSet presAssocID="{9D175037-5B4F-4D3C-84E3-E1EB5BBAEFF1}" presName="compNode" presStyleCnt="0"/>
      <dgm:spPr/>
    </dgm:pt>
    <dgm:pt modelId="{612EE0C7-1621-41C1-B2BE-491B30B29AE1}" type="pres">
      <dgm:prSet presAssocID="{9D175037-5B4F-4D3C-84E3-E1EB5BBAEFF1}" presName="bgRect" presStyleLbl="bgShp" presStyleIdx="2" presStyleCnt="4"/>
      <dgm:spPr>
        <a:solidFill>
          <a:schemeClr val="accent3">
            <a:lumMod val="20000"/>
            <a:lumOff val="80000"/>
          </a:schemeClr>
        </a:solidFill>
      </dgm:spPr>
    </dgm:pt>
    <dgm:pt modelId="{F65386F3-CCE9-4158-9DE7-2B04B2F11DEC}" type="pres">
      <dgm:prSet presAssocID="{9D175037-5B4F-4D3C-84E3-E1EB5BBAEFF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edicine"/>
        </a:ext>
      </dgm:extLst>
    </dgm:pt>
    <dgm:pt modelId="{63262FA6-4096-461A-8321-F495EDBAB634}" type="pres">
      <dgm:prSet presAssocID="{9D175037-5B4F-4D3C-84E3-E1EB5BBAEFF1}" presName="spaceRect" presStyleCnt="0"/>
      <dgm:spPr/>
    </dgm:pt>
    <dgm:pt modelId="{6E884A52-AD05-4FB8-85D0-EE869C389D60}" type="pres">
      <dgm:prSet presAssocID="{9D175037-5B4F-4D3C-84E3-E1EB5BBAEFF1}" presName="parTx" presStyleLbl="revTx" presStyleIdx="2" presStyleCnt="4">
        <dgm:presLayoutVars>
          <dgm:chMax val="0"/>
          <dgm:chPref val="0"/>
        </dgm:presLayoutVars>
      </dgm:prSet>
      <dgm:spPr/>
    </dgm:pt>
    <dgm:pt modelId="{BCEBEAE1-FE25-4F71-9736-763CEB7EE484}" type="pres">
      <dgm:prSet presAssocID="{A16D90E2-7ECC-40B4-9768-83EEE5BB22A4}" presName="sibTrans" presStyleCnt="0"/>
      <dgm:spPr/>
    </dgm:pt>
    <dgm:pt modelId="{DF0D1476-1308-4074-BAB0-7522DD7346B8}" type="pres">
      <dgm:prSet presAssocID="{BC58D368-D22E-4727-B0D4-20F375CC367E}" presName="compNode" presStyleCnt="0"/>
      <dgm:spPr/>
    </dgm:pt>
    <dgm:pt modelId="{D796D751-69F0-4561-9CAE-B9BD2B4678A3}" type="pres">
      <dgm:prSet presAssocID="{BC58D368-D22E-4727-B0D4-20F375CC367E}" presName="bgRect" presStyleLbl="bgShp" presStyleIdx="3" presStyleCnt="4"/>
      <dgm:spPr>
        <a:solidFill>
          <a:schemeClr val="accent1">
            <a:lumMod val="20000"/>
            <a:lumOff val="80000"/>
          </a:schemeClr>
        </a:solidFill>
      </dgm:spPr>
    </dgm:pt>
    <dgm:pt modelId="{8B3C36F9-C147-4D38-AE5C-6EAF73538981}" type="pres">
      <dgm:prSet presAssocID="{BC58D368-D22E-4727-B0D4-20F375CC367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heckmark"/>
        </a:ext>
      </dgm:extLst>
    </dgm:pt>
    <dgm:pt modelId="{88511B33-FA66-4476-94C9-20AA92646EAB}" type="pres">
      <dgm:prSet presAssocID="{BC58D368-D22E-4727-B0D4-20F375CC367E}" presName="spaceRect" presStyleCnt="0"/>
      <dgm:spPr/>
    </dgm:pt>
    <dgm:pt modelId="{B8576614-9A0A-4B5C-900F-9B8BFEE73D38}" type="pres">
      <dgm:prSet presAssocID="{BC58D368-D22E-4727-B0D4-20F375CC367E}" presName="parTx" presStyleLbl="revTx" presStyleIdx="3" presStyleCnt="4">
        <dgm:presLayoutVars>
          <dgm:chMax val="0"/>
          <dgm:chPref val="0"/>
        </dgm:presLayoutVars>
      </dgm:prSet>
      <dgm:spPr/>
    </dgm:pt>
  </dgm:ptLst>
  <dgm:cxnLst>
    <dgm:cxn modelId="{7824A41E-A2AA-402C-80FF-4DA5E28972AD}" srcId="{D35C8663-9CDC-4D7E-8475-2A416ADE8EE3}" destId="{CFF184C4-0868-4B5A-B4F9-D6B13CE0D4D8}" srcOrd="0" destOrd="0" parTransId="{4C540DA4-B624-4017-BA9E-4D04A45529C3}" sibTransId="{6C0F3BC1-65FF-4E76-A738-0F831E610D64}"/>
    <dgm:cxn modelId="{908E5E2C-2EEC-464A-A092-1A9C97CC6634}" type="presOf" srcId="{98414D5A-A80E-44B0-934F-26D16E33B197}" destId="{5A2EC534-0842-402A-9F00-2EA05EA276BD}" srcOrd="0" destOrd="0" presId="urn:microsoft.com/office/officeart/2018/2/layout/IconVerticalSolidList"/>
    <dgm:cxn modelId="{C83C5D6B-94AB-4417-826A-585A286A27B8}" srcId="{D35C8663-9CDC-4D7E-8475-2A416ADE8EE3}" destId="{98414D5A-A80E-44B0-934F-26D16E33B197}" srcOrd="1" destOrd="0" parTransId="{8A832D39-C7FF-4980-87AF-5C80A9B7F396}" sibTransId="{6C8D459F-5DA5-4D9E-84AD-AEA32D9CC699}"/>
    <dgm:cxn modelId="{A500F37C-9A6D-43CD-8EA7-0F2EE46D93F7}" type="presOf" srcId="{BC58D368-D22E-4727-B0D4-20F375CC367E}" destId="{B8576614-9A0A-4B5C-900F-9B8BFEE73D38}" srcOrd="0" destOrd="0" presId="urn:microsoft.com/office/officeart/2018/2/layout/IconVerticalSolidList"/>
    <dgm:cxn modelId="{AEF0B39B-E8CE-4659-B0B7-A36E81EB5EF5}" type="presOf" srcId="{CFF184C4-0868-4B5A-B4F9-D6B13CE0D4D8}" destId="{AEF9F6CE-8202-4180-AA2B-70AC06AF3A2B}" srcOrd="0" destOrd="0" presId="urn:microsoft.com/office/officeart/2018/2/layout/IconVerticalSolidList"/>
    <dgm:cxn modelId="{3E41EDAB-B924-4372-8FB9-3B6487BF4AE2}" type="presOf" srcId="{D35C8663-9CDC-4D7E-8475-2A416ADE8EE3}" destId="{186E4E29-3324-46BB-A608-CE0C333B4E1F}" srcOrd="0" destOrd="0" presId="urn:microsoft.com/office/officeart/2018/2/layout/IconVerticalSolidList"/>
    <dgm:cxn modelId="{7E75FBC5-8B82-471C-969D-13F717E44A34}" type="presOf" srcId="{9D175037-5B4F-4D3C-84E3-E1EB5BBAEFF1}" destId="{6E884A52-AD05-4FB8-85D0-EE869C389D60}" srcOrd="0" destOrd="0" presId="urn:microsoft.com/office/officeart/2018/2/layout/IconVerticalSolidList"/>
    <dgm:cxn modelId="{C188ACC6-0412-4193-BE4D-9CB0B9E296B3}" srcId="{D35C8663-9CDC-4D7E-8475-2A416ADE8EE3}" destId="{BC58D368-D22E-4727-B0D4-20F375CC367E}" srcOrd="3" destOrd="0" parTransId="{9AA4FB5E-3686-40E5-8D21-22EE8B3D1B90}" sibTransId="{8A73B194-1CFF-4D16-A3E3-A2F738485735}"/>
    <dgm:cxn modelId="{05F298DA-B570-43AD-8CB4-287205B5D2FB}" srcId="{D35C8663-9CDC-4D7E-8475-2A416ADE8EE3}" destId="{9D175037-5B4F-4D3C-84E3-E1EB5BBAEFF1}" srcOrd="2" destOrd="0" parTransId="{0D28B598-06B1-4C54-B76A-5EC901F30A81}" sibTransId="{A16D90E2-7ECC-40B4-9768-83EEE5BB22A4}"/>
    <dgm:cxn modelId="{CE0A18DB-6CA7-4165-A03F-CA11B437CCA7}" type="presParOf" srcId="{186E4E29-3324-46BB-A608-CE0C333B4E1F}" destId="{5B539DFB-FFA0-4147-9A67-ADA6CC26FD7D}" srcOrd="0" destOrd="0" presId="urn:microsoft.com/office/officeart/2018/2/layout/IconVerticalSolidList"/>
    <dgm:cxn modelId="{FD37BFC1-3A1D-4AF9-8523-F3ADA903039D}" type="presParOf" srcId="{5B539DFB-FFA0-4147-9A67-ADA6CC26FD7D}" destId="{39330FFB-81D0-413C-B09B-2DAB3BCC4FEB}" srcOrd="0" destOrd="0" presId="urn:microsoft.com/office/officeart/2018/2/layout/IconVerticalSolidList"/>
    <dgm:cxn modelId="{58B02C2A-F7D7-48B9-90BB-965742E290E8}" type="presParOf" srcId="{5B539DFB-FFA0-4147-9A67-ADA6CC26FD7D}" destId="{3BAB652C-F212-4B65-ADD8-C647F9C4F1FD}" srcOrd="1" destOrd="0" presId="urn:microsoft.com/office/officeart/2018/2/layout/IconVerticalSolidList"/>
    <dgm:cxn modelId="{7C4243C0-9CAA-44EC-9947-EE6F36742730}" type="presParOf" srcId="{5B539DFB-FFA0-4147-9A67-ADA6CC26FD7D}" destId="{0F05C64D-2529-4519-BE22-8A024291E14C}" srcOrd="2" destOrd="0" presId="urn:microsoft.com/office/officeart/2018/2/layout/IconVerticalSolidList"/>
    <dgm:cxn modelId="{824C9389-FEA1-47F5-951C-FF6B2E061C99}" type="presParOf" srcId="{5B539DFB-FFA0-4147-9A67-ADA6CC26FD7D}" destId="{AEF9F6CE-8202-4180-AA2B-70AC06AF3A2B}" srcOrd="3" destOrd="0" presId="urn:microsoft.com/office/officeart/2018/2/layout/IconVerticalSolidList"/>
    <dgm:cxn modelId="{DFFEFD74-1FC9-423E-A529-21F3E1FFD0A8}" type="presParOf" srcId="{186E4E29-3324-46BB-A608-CE0C333B4E1F}" destId="{29A6181B-62B1-459B-ADBC-B3951C8F01CF}" srcOrd="1" destOrd="0" presId="urn:microsoft.com/office/officeart/2018/2/layout/IconVerticalSolidList"/>
    <dgm:cxn modelId="{90916511-BA13-484C-8ECA-4F09A001D36C}" type="presParOf" srcId="{186E4E29-3324-46BB-A608-CE0C333B4E1F}" destId="{4FAB5D51-7467-4792-9205-499D6C065E18}" srcOrd="2" destOrd="0" presId="urn:microsoft.com/office/officeart/2018/2/layout/IconVerticalSolidList"/>
    <dgm:cxn modelId="{C7A9D296-60AE-43D3-A044-996617E6E69E}" type="presParOf" srcId="{4FAB5D51-7467-4792-9205-499D6C065E18}" destId="{E5D784CB-5C09-4A8E-BE49-24B864495202}" srcOrd="0" destOrd="0" presId="urn:microsoft.com/office/officeart/2018/2/layout/IconVerticalSolidList"/>
    <dgm:cxn modelId="{BD4D0486-20DE-4F54-ACB0-B0517094C6F9}" type="presParOf" srcId="{4FAB5D51-7467-4792-9205-499D6C065E18}" destId="{DD82D256-15C2-483D-8E50-E14038603CB7}" srcOrd="1" destOrd="0" presId="urn:microsoft.com/office/officeart/2018/2/layout/IconVerticalSolidList"/>
    <dgm:cxn modelId="{52723F94-8A47-4359-8EBD-E8FE6F55A7A0}" type="presParOf" srcId="{4FAB5D51-7467-4792-9205-499D6C065E18}" destId="{C7B8367F-4865-4EF0-8E62-E810A0F4043C}" srcOrd="2" destOrd="0" presId="urn:microsoft.com/office/officeart/2018/2/layout/IconVerticalSolidList"/>
    <dgm:cxn modelId="{EFBED34A-519C-464D-86BB-56A88C5058D5}" type="presParOf" srcId="{4FAB5D51-7467-4792-9205-499D6C065E18}" destId="{5A2EC534-0842-402A-9F00-2EA05EA276BD}" srcOrd="3" destOrd="0" presId="urn:microsoft.com/office/officeart/2018/2/layout/IconVerticalSolidList"/>
    <dgm:cxn modelId="{D6090113-DE20-4F17-B503-38682FE109E0}" type="presParOf" srcId="{186E4E29-3324-46BB-A608-CE0C333B4E1F}" destId="{714BE144-C3BE-4675-A6CD-22C9CA777B26}" srcOrd="3" destOrd="0" presId="urn:microsoft.com/office/officeart/2018/2/layout/IconVerticalSolidList"/>
    <dgm:cxn modelId="{DFE27282-3906-40F9-BD6C-1C04EB33AE00}" type="presParOf" srcId="{186E4E29-3324-46BB-A608-CE0C333B4E1F}" destId="{8A76019C-C2C7-4A09-BFB2-AC92FE75FDDC}" srcOrd="4" destOrd="0" presId="urn:microsoft.com/office/officeart/2018/2/layout/IconVerticalSolidList"/>
    <dgm:cxn modelId="{47547733-1621-4025-9A2F-536F840D7320}" type="presParOf" srcId="{8A76019C-C2C7-4A09-BFB2-AC92FE75FDDC}" destId="{612EE0C7-1621-41C1-B2BE-491B30B29AE1}" srcOrd="0" destOrd="0" presId="urn:microsoft.com/office/officeart/2018/2/layout/IconVerticalSolidList"/>
    <dgm:cxn modelId="{343C5E65-8ABD-4CF8-B20F-3F63242E6962}" type="presParOf" srcId="{8A76019C-C2C7-4A09-BFB2-AC92FE75FDDC}" destId="{F65386F3-CCE9-4158-9DE7-2B04B2F11DEC}" srcOrd="1" destOrd="0" presId="urn:microsoft.com/office/officeart/2018/2/layout/IconVerticalSolidList"/>
    <dgm:cxn modelId="{3056EBFE-9A15-4529-932D-B4106FF0F21A}" type="presParOf" srcId="{8A76019C-C2C7-4A09-BFB2-AC92FE75FDDC}" destId="{63262FA6-4096-461A-8321-F495EDBAB634}" srcOrd="2" destOrd="0" presId="urn:microsoft.com/office/officeart/2018/2/layout/IconVerticalSolidList"/>
    <dgm:cxn modelId="{9A35D626-CB14-429A-86D8-17678DE341E1}" type="presParOf" srcId="{8A76019C-C2C7-4A09-BFB2-AC92FE75FDDC}" destId="{6E884A52-AD05-4FB8-85D0-EE869C389D60}" srcOrd="3" destOrd="0" presId="urn:microsoft.com/office/officeart/2018/2/layout/IconVerticalSolidList"/>
    <dgm:cxn modelId="{254EA8AE-6291-4647-BEAF-CA608345DEA1}" type="presParOf" srcId="{186E4E29-3324-46BB-A608-CE0C333B4E1F}" destId="{BCEBEAE1-FE25-4F71-9736-763CEB7EE484}" srcOrd="5" destOrd="0" presId="urn:microsoft.com/office/officeart/2018/2/layout/IconVerticalSolidList"/>
    <dgm:cxn modelId="{5CF18D8B-94E8-49C3-B62E-0D15FB629D6E}" type="presParOf" srcId="{186E4E29-3324-46BB-A608-CE0C333B4E1F}" destId="{DF0D1476-1308-4074-BAB0-7522DD7346B8}" srcOrd="6" destOrd="0" presId="urn:microsoft.com/office/officeart/2018/2/layout/IconVerticalSolidList"/>
    <dgm:cxn modelId="{2C53085C-FA4F-40FC-9EC0-AEB099763CEB}" type="presParOf" srcId="{DF0D1476-1308-4074-BAB0-7522DD7346B8}" destId="{D796D751-69F0-4561-9CAE-B9BD2B4678A3}" srcOrd="0" destOrd="0" presId="urn:microsoft.com/office/officeart/2018/2/layout/IconVerticalSolidList"/>
    <dgm:cxn modelId="{E474A37A-C54D-4A9D-8DDF-22084E58A1EE}" type="presParOf" srcId="{DF0D1476-1308-4074-BAB0-7522DD7346B8}" destId="{8B3C36F9-C147-4D38-AE5C-6EAF73538981}" srcOrd="1" destOrd="0" presId="urn:microsoft.com/office/officeart/2018/2/layout/IconVerticalSolidList"/>
    <dgm:cxn modelId="{02342500-5F21-4AC5-BDE1-FB92FEE6230C}" type="presParOf" srcId="{DF0D1476-1308-4074-BAB0-7522DD7346B8}" destId="{88511B33-FA66-4476-94C9-20AA92646EAB}" srcOrd="2" destOrd="0" presId="urn:microsoft.com/office/officeart/2018/2/layout/IconVerticalSolidList"/>
    <dgm:cxn modelId="{1E9DE553-0A13-45C4-83FB-798D47ADF75E}" type="presParOf" srcId="{DF0D1476-1308-4074-BAB0-7522DD7346B8}" destId="{B8576614-9A0A-4B5C-900F-9B8BFEE73D3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FF14B22-A0D8-49C3-B502-EBE34469968B}" type="doc">
      <dgm:prSet loTypeId="urn:microsoft.com/office/officeart/2018/2/layout/IconLabelDescriptionList" loCatId="icon" qsTypeId="urn:microsoft.com/office/officeart/2005/8/quickstyle/simple1" qsCatId="simple" csTypeId="urn:microsoft.com/office/officeart/2018/5/colors/Iconchunking_neutralbg_accent5_2" csCatId="accent5" phldr="1"/>
      <dgm:spPr/>
      <dgm:t>
        <a:bodyPr/>
        <a:lstStyle/>
        <a:p>
          <a:endParaRPr lang="en-US"/>
        </a:p>
      </dgm:t>
    </dgm:pt>
    <dgm:pt modelId="{C622618A-3A84-49A9-9B52-62FA400A0FB1}">
      <dgm:prSet custT="1"/>
      <dgm:spPr/>
      <dgm:t>
        <a:bodyPr/>
        <a:lstStyle/>
        <a:p>
          <a:pPr>
            <a:defRPr b="1"/>
          </a:pPr>
          <a:r>
            <a:rPr lang="en-US" sz="1800" dirty="0"/>
            <a:t>All CICA Life Superior Choice voice signatures MUST be on a recorded line. </a:t>
          </a:r>
        </a:p>
      </dgm:t>
    </dgm:pt>
    <dgm:pt modelId="{ADC506AC-8C1F-4624-ADB6-CE28F1D20807}" type="parTrans" cxnId="{77EE368D-8A70-48E4-A8A6-662192C3BA4F}">
      <dgm:prSet/>
      <dgm:spPr/>
      <dgm:t>
        <a:bodyPr/>
        <a:lstStyle/>
        <a:p>
          <a:endParaRPr lang="en-US"/>
        </a:p>
      </dgm:t>
    </dgm:pt>
    <dgm:pt modelId="{EB399838-54C2-48CD-AA3C-E0D97AE9F9DD}" type="sibTrans" cxnId="{77EE368D-8A70-48E4-A8A6-662192C3BA4F}">
      <dgm:prSet/>
      <dgm:spPr/>
      <dgm:t>
        <a:bodyPr/>
        <a:lstStyle/>
        <a:p>
          <a:endParaRPr lang="en-US"/>
        </a:p>
      </dgm:t>
    </dgm:pt>
    <dgm:pt modelId="{6662FE22-0B02-4686-8265-BE3A9F5054F5}">
      <dgm:prSet custT="1"/>
      <dgm:spPr/>
      <dgm:t>
        <a:bodyPr/>
        <a:lstStyle/>
        <a:p>
          <a:pPr>
            <a:defRPr b="1"/>
          </a:pPr>
          <a:r>
            <a:rPr lang="en-US" sz="1800" dirty="0"/>
            <a:t>Call recording must be uploaded within 24 hours of completing the application.</a:t>
          </a:r>
        </a:p>
      </dgm:t>
    </dgm:pt>
    <dgm:pt modelId="{EF260F42-12AE-477B-BA47-FEFFDD9F1EEE}" type="parTrans" cxnId="{10499871-C19C-4D83-B09D-D39D07BE1FD3}">
      <dgm:prSet/>
      <dgm:spPr/>
      <dgm:t>
        <a:bodyPr/>
        <a:lstStyle/>
        <a:p>
          <a:endParaRPr lang="en-US"/>
        </a:p>
      </dgm:t>
    </dgm:pt>
    <dgm:pt modelId="{9B517B4A-8EBA-4EDE-A44F-8FF9FFC0AC0E}" type="sibTrans" cxnId="{10499871-C19C-4D83-B09D-D39D07BE1FD3}">
      <dgm:prSet/>
      <dgm:spPr/>
      <dgm:t>
        <a:bodyPr/>
        <a:lstStyle/>
        <a:p>
          <a:endParaRPr lang="en-US"/>
        </a:p>
      </dgm:t>
    </dgm:pt>
    <dgm:pt modelId="{10897A62-9D77-4799-93BF-3CF748AFA76E}">
      <dgm:prSet custT="1"/>
      <dgm:spPr/>
      <dgm:t>
        <a:bodyPr/>
        <a:lstStyle/>
        <a:p>
          <a:pPr>
            <a:defRPr b="1"/>
          </a:pPr>
          <a:r>
            <a:rPr lang="en-US" sz="1800" dirty="0"/>
            <a:t>Do not need to trim the call recording, it can be the full presentation. </a:t>
          </a:r>
        </a:p>
      </dgm:t>
    </dgm:pt>
    <dgm:pt modelId="{23A3EC18-D9B2-4E40-886A-FABA90674091}" type="parTrans" cxnId="{29D6894B-91FD-427F-8122-10C57D301A18}">
      <dgm:prSet/>
      <dgm:spPr/>
      <dgm:t>
        <a:bodyPr/>
        <a:lstStyle/>
        <a:p>
          <a:endParaRPr lang="en-US"/>
        </a:p>
      </dgm:t>
    </dgm:pt>
    <dgm:pt modelId="{1C4350AA-A714-4260-8304-8A0B4D8CDCB1}" type="sibTrans" cxnId="{29D6894B-91FD-427F-8122-10C57D301A18}">
      <dgm:prSet/>
      <dgm:spPr/>
      <dgm:t>
        <a:bodyPr/>
        <a:lstStyle/>
        <a:p>
          <a:endParaRPr lang="en-US"/>
        </a:p>
      </dgm:t>
    </dgm:pt>
    <dgm:pt modelId="{BB1B0A55-A359-4B2A-831C-1CFE7B69456F}">
      <dgm:prSet custT="1"/>
      <dgm:spPr/>
      <dgm:t>
        <a:bodyPr/>
        <a:lstStyle/>
        <a:p>
          <a:pPr>
            <a:defRPr b="1"/>
          </a:pPr>
          <a:r>
            <a:rPr lang="en-US" sz="1800" dirty="0"/>
            <a:t>Call must include all client information, health questions, disclosures, HIPPA statement, replacement questions if applicable, and voice signature.</a:t>
          </a:r>
        </a:p>
      </dgm:t>
    </dgm:pt>
    <dgm:pt modelId="{1D5BDC7E-84B6-4F9E-BF0F-1ED2F6459A9C}" type="parTrans" cxnId="{9C3328AB-8E07-4B1C-9CF5-0BDE93DBAAB1}">
      <dgm:prSet/>
      <dgm:spPr/>
      <dgm:t>
        <a:bodyPr/>
        <a:lstStyle/>
        <a:p>
          <a:endParaRPr lang="en-US"/>
        </a:p>
      </dgm:t>
    </dgm:pt>
    <dgm:pt modelId="{478BD850-9FDC-405A-A495-E357FA836914}" type="sibTrans" cxnId="{9C3328AB-8E07-4B1C-9CF5-0BDE93DBAAB1}">
      <dgm:prSet/>
      <dgm:spPr/>
      <dgm:t>
        <a:bodyPr/>
        <a:lstStyle/>
        <a:p>
          <a:endParaRPr lang="en-US"/>
        </a:p>
      </dgm:t>
    </dgm:pt>
    <dgm:pt modelId="{6284E2B3-CBF2-4E1E-8423-6B1C6F52FED9}">
      <dgm:prSet/>
      <dgm:spPr/>
      <dgm:t>
        <a:bodyPr/>
        <a:lstStyle/>
        <a:p>
          <a:pPr>
            <a:defRPr b="1"/>
          </a:pPr>
          <a:r>
            <a:rPr lang="en-US" dirty="0"/>
            <a:t>Recording ID requested on the application MUST be the insureds full telephone number followed by the date and must match the label of the upload. </a:t>
          </a:r>
        </a:p>
      </dgm:t>
    </dgm:pt>
    <dgm:pt modelId="{951266D0-3FEB-44B0-AC13-39FF9B84F0FD}" type="parTrans" cxnId="{6C2D04CA-B83B-45E4-8BCB-52905BEEE8C2}">
      <dgm:prSet/>
      <dgm:spPr/>
      <dgm:t>
        <a:bodyPr/>
        <a:lstStyle/>
        <a:p>
          <a:endParaRPr lang="en-US"/>
        </a:p>
      </dgm:t>
    </dgm:pt>
    <dgm:pt modelId="{B1449111-1F2B-49D3-800B-44D977097351}" type="sibTrans" cxnId="{6C2D04CA-B83B-45E4-8BCB-52905BEEE8C2}">
      <dgm:prSet/>
      <dgm:spPr/>
      <dgm:t>
        <a:bodyPr/>
        <a:lstStyle/>
        <a:p>
          <a:endParaRPr lang="en-US"/>
        </a:p>
      </dgm:t>
    </dgm:pt>
    <dgm:pt modelId="{D448D94E-77D1-43DF-904B-78F305967E75}">
      <dgm:prSet custT="1"/>
      <dgm:spPr/>
      <dgm:t>
        <a:bodyPr/>
        <a:lstStyle/>
        <a:p>
          <a:r>
            <a:rPr lang="en-US" sz="1600" dirty="0"/>
            <a:t>         (8502283234-12/01/23)</a:t>
          </a:r>
        </a:p>
      </dgm:t>
    </dgm:pt>
    <dgm:pt modelId="{F2AA12BB-3F1F-48DD-AC95-1DE1ACC538A9}" type="parTrans" cxnId="{0A2B17A0-5EEE-4307-83F4-2BF81DA37CBF}">
      <dgm:prSet/>
      <dgm:spPr/>
      <dgm:t>
        <a:bodyPr/>
        <a:lstStyle/>
        <a:p>
          <a:endParaRPr lang="en-US"/>
        </a:p>
      </dgm:t>
    </dgm:pt>
    <dgm:pt modelId="{AF967424-FA71-49AE-A29D-9FA193EBE1CD}" type="sibTrans" cxnId="{0A2B17A0-5EEE-4307-83F4-2BF81DA37CBF}">
      <dgm:prSet/>
      <dgm:spPr/>
      <dgm:t>
        <a:bodyPr/>
        <a:lstStyle/>
        <a:p>
          <a:endParaRPr lang="en-US"/>
        </a:p>
      </dgm:t>
    </dgm:pt>
    <dgm:pt modelId="{F39DDF99-73DA-424D-8B10-D31CD3DC1F55}" type="pres">
      <dgm:prSet presAssocID="{0FF14B22-A0D8-49C3-B502-EBE34469968B}" presName="root" presStyleCnt="0">
        <dgm:presLayoutVars>
          <dgm:dir/>
          <dgm:resizeHandles val="exact"/>
        </dgm:presLayoutVars>
      </dgm:prSet>
      <dgm:spPr/>
    </dgm:pt>
    <dgm:pt modelId="{F791FBAA-C620-4777-AEB0-4183FF141FD3}" type="pres">
      <dgm:prSet presAssocID="{C622618A-3A84-49A9-9B52-62FA400A0FB1}" presName="compNode" presStyleCnt="0"/>
      <dgm:spPr/>
    </dgm:pt>
    <dgm:pt modelId="{5301117D-7241-472C-B7F3-D231BAF4D6B3}" type="pres">
      <dgm:prSet presAssocID="{C622618A-3A84-49A9-9B52-62FA400A0FB1}"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ncil"/>
        </a:ext>
      </dgm:extLst>
    </dgm:pt>
    <dgm:pt modelId="{C43E07D1-AAA9-4205-AB4D-3B59387B4467}" type="pres">
      <dgm:prSet presAssocID="{C622618A-3A84-49A9-9B52-62FA400A0FB1}" presName="iconSpace" presStyleCnt="0"/>
      <dgm:spPr/>
    </dgm:pt>
    <dgm:pt modelId="{C01531F8-CF62-4028-A4FE-2E263182C1AD}" type="pres">
      <dgm:prSet presAssocID="{C622618A-3A84-49A9-9B52-62FA400A0FB1}" presName="parTx" presStyleLbl="revTx" presStyleIdx="0" presStyleCnt="10">
        <dgm:presLayoutVars>
          <dgm:chMax val="0"/>
          <dgm:chPref val="0"/>
        </dgm:presLayoutVars>
      </dgm:prSet>
      <dgm:spPr/>
    </dgm:pt>
    <dgm:pt modelId="{5B87D303-B915-4905-83F6-C3CE097BB33F}" type="pres">
      <dgm:prSet presAssocID="{C622618A-3A84-49A9-9B52-62FA400A0FB1}" presName="txSpace" presStyleCnt="0"/>
      <dgm:spPr/>
    </dgm:pt>
    <dgm:pt modelId="{67C01EC1-DE30-4DD8-9071-C96D8722D8F0}" type="pres">
      <dgm:prSet presAssocID="{C622618A-3A84-49A9-9B52-62FA400A0FB1}" presName="desTx" presStyleLbl="revTx" presStyleIdx="1" presStyleCnt="10">
        <dgm:presLayoutVars/>
      </dgm:prSet>
      <dgm:spPr/>
    </dgm:pt>
    <dgm:pt modelId="{004B29FE-0D2C-4805-9963-412DCC7CA637}" type="pres">
      <dgm:prSet presAssocID="{EB399838-54C2-48CD-AA3C-E0D97AE9F9DD}" presName="sibTrans" presStyleCnt="0"/>
      <dgm:spPr/>
    </dgm:pt>
    <dgm:pt modelId="{00A5EF39-4FEA-4A2C-A99A-2A9119AA3A64}" type="pres">
      <dgm:prSet presAssocID="{6662FE22-0B02-4686-8265-BE3A9F5054F5}" presName="compNode" presStyleCnt="0"/>
      <dgm:spPr/>
    </dgm:pt>
    <dgm:pt modelId="{7A2A6024-A78A-48C6-9DD8-43CDBC65B119}" type="pres">
      <dgm:prSet presAssocID="{6662FE22-0B02-4686-8265-BE3A9F5054F5}"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peaker Phone"/>
        </a:ext>
      </dgm:extLst>
    </dgm:pt>
    <dgm:pt modelId="{EE7A2E83-E869-474E-8F4B-7D49E91F298C}" type="pres">
      <dgm:prSet presAssocID="{6662FE22-0B02-4686-8265-BE3A9F5054F5}" presName="iconSpace" presStyleCnt="0"/>
      <dgm:spPr/>
    </dgm:pt>
    <dgm:pt modelId="{6A4A882A-375E-4BE9-A884-C06EFE9E13E3}" type="pres">
      <dgm:prSet presAssocID="{6662FE22-0B02-4686-8265-BE3A9F5054F5}" presName="parTx" presStyleLbl="revTx" presStyleIdx="2" presStyleCnt="10">
        <dgm:presLayoutVars>
          <dgm:chMax val="0"/>
          <dgm:chPref val="0"/>
        </dgm:presLayoutVars>
      </dgm:prSet>
      <dgm:spPr/>
    </dgm:pt>
    <dgm:pt modelId="{772073AA-7F24-49DC-861D-F0569C215BD0}" type="pres">
      <dgm:prSet presAssocID="{6662FE22-0B02-4686-8265-BE3A9F5054F5}" presName="txSpace" presStyleCnt="0"/>
      <dgm:spPr/>
    </dgm:pt>
    <dgm:pt modelId="{B96709D5-5A2D-4DB3-959B-42EDF13359D1}" type="pres">
      <dgm:prSet presAssocID="{6662FE22-0B02-4686-8265-BE3A9F5054F5}" presName="desTx" presStyleLbl="revTx" presStyleIdx="3" presStyleCnt="10">
        <dgm:presLayoutVars/>
      </dgm:prSet>
      <dgm:spPr/>
    </dgm:pt>
    <dgm:pt modelId="{49DBD075-7F5F-4AC3-8DAE-6C10041DB9AA}" type="pres">
      <dgm:prSet presAssocID="{9B517B4A-8EBA-4EDE-A44F-8FF9FFC0AC0E}" presName="sibTrans" presStyleCnt="0"/>
      <dgm:spPr/>
    </dgm:pt>
    <dgm:pt modelId="{36B4F94A-0B92-445E-A0F0-3D5654693827}" type="pres">
      <dgm:prSet presAssocID="{10897A62-9D77-4799-93BF-3CF748AFA76E}" presName="compNode" presStyleCnt="0"/>
      <dgm:spPr/>
    </dgm:pt>
    <dgm:pt modelId="{632113BD-2380-49AB-8A75-8FCBAD14FE4D}" type="pres">
      <dgm:prSet presAssocID="{10897A62-9D77-4799-93BF-3CF748AFA76E}"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VD player"/>
        </a:ext>
      </dgm:extLst>
    </dgm:pt>
    <dgm:pt modelId="{0CE365B1-6E9D-4591-B4D6-01BF86431001}" type="pres">
      <dgm:prSet presAssocID="{10897A62-9D77-4799-93BF-3CF748AFA76E}" presName="iconSpace" presStyleCnt="0"/>
      <dgm:spPr/>
    </dgm:pt>
    <dgm:pt modelId="{366F9A06-99A5-4C08-8C86-8BAEF5626DB1}" type="pres">
      <dgm:prSet presAssocID="{10897A62-9D77-4799-93BF-3CF748AFA76E}" presName="parTx" presStyleLbl="revTx" presStyleIdx="4" presStyleCnt="10">
        <dgm:presLayoutVars>
          <dgm:chMax val="0"/>
          <dgm:chPref val="0"/>
        </dgm:presLayoutVars>
      </dgm:prSet>
      <dgm:spPr/>
    </dgm:pt>
    <dgm:pt modelId="{995E68EE-8B84-43DD-8071-4C9CBC753D7D}" type="pres">
      <dgm:prSet presAssocID="{10897A62-9D77-4799-93BF-3CF748AFA76E}" presName="txSpace" presStyleCnt="0"/>
      <dgm:spPr/>
    </dgm:pt>
    <dgm:pt modelId="{32B59CBE-3AD3-4781-B1C2-A15925EA493B}" type="pres">
      <dgm:prSet presAssocID="{10897A62-9D77-4799-93BF-3CF748AFA76E}" presName="desTx" presStyleLbl="revTx" presStyleIdx="5" presStyleCnt="10">
        <dgm:presLayoutVars/>
      </dgm:prSet>
      <dgm:spPr/>
    </dgm:pt>
    <dgm:pt modelId="{D1162C8B-BAFD-4A9C-9DFA-8140FE9C429E}" type="pres">
      <dgm:prSet presAssocID="{1C4350AA-A714-4260-8304-8A0B4D8CDCB1}" presName="sibTrans" presStyleCnt="0"/>
      <dgm:spPr/>
    </dgm:pt>
    <dgm:pt modelId="{659B9EAB-D230-4B25-8AFE-20798F0EF791}" type="pres">
      <dgm:prSet presAssocID="{BB1B0A55-A359-4B2A-831C-1CFE7B69456F}" presName="compNode" presStyleCnt="0"/>
      <dgm:spPr/>
    </dgm:pt>
    <dgm:pt modelId="{F0A468FA-CAAA-4558-89BF-80B29EC80812}" type="pres">
      <dgm:prSet presAssocID="{BB1B0A55-A359-4B2A-831C-1CFE7B69456F}"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ign Language"/>
        </a:ext>
      </dgm:extLst>
    </dgm:pt>
    <dgm:pt modelId="{BD97C0D7-1883-4909-BB95-19A934BB7B6C}" type="pres">
      <dgm:prSet presAssocID="{BB1B0A55-A359-4B2A-831C-1CFE7B69456F}" presName="iconSpace" presStyleCnt="0"/>
      <dgm:spPr/>
    </dgm:pt>
    <dgm:pt modelId="{C47C331C-288C-4A41-AE01-D1817A4537E0}" type="pres">
      <dgm:prSet presAssocID="{BB1B0A55-A359-4B2A-831C-1CFE7B69456F}" presName="parTx" presStyleLbl="revTx" presStyleIdx="6" presStyleCnt="10">
        <dgm:presLayoutVars>
          <dgm:chMax val="0"/>
          <dgm:chPref val="0"/>
        </dgm:presLayoutVars>
      </dgm:prSet>
      <dgm:spPr/>
    </dgm:pt>
    <dgm:pt modelId="{53EC26B2-F95B-4295-AAF6-ED70AC21DCC9}" type="pres">
      <dgm:prSet presAssocID="{BB1B0A55-A359-4B2A-831C-1CFE7B69456F}" presName="txSpace" presStyleCnt="0"/>
      <dgm:spPr/>
    </dgm:pt>
    <dgm:pt modelId="{02E1F426-C0E7-49A3-B6DF-9740601FAA49}" type="pres">
      <dgm:prSet presAssocID="{BB1B0A55-A359-4B2A-831C-1CFE7B69456F}" presName="desTx" presStyleLbl="revTx" presStyleIdx="7" presStyleCnt="10">
        <dgm:presLayoutVars/>
      </dgm:prSet>
      <dgm:spPr/>
    </dgm:pt>
    <dgm:pt modelId="{55110CCC-BAB2-4A6E-A0A7-149EE094516D}" type="pres">
      <dgm:prSet presAssocID="{478BD850-9FDC-405A-A495-E357FA836914}" presName="sibTrans" presStyleCnt="0"/>
      <dgm:spPr/>
    </dgm:pt>
    <dgm:pt modelId="{A1886C0F-B7E3-4AFE-BC4A-CBECAB311C95}" type="pres">
      <dgm:prSet presAssocID="{6284E2B3-CBF2-4E1E-8423-6B1C6F52FED9}" presName="compNode" presStyleCnt="0"/>
      <dgm:spPr/>
    </dgm:pt>
    <dgm:pt modelId="{A7A478A5-D1B5-4BBD-8A10-A2802D30393F}" type="pres">
      <dgm:prSet presAssocID="{6284E2B3-CBF2-4E1E-8423-6B1C6F52FED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heckmark"/>
        </a:ext>
      </dgm:extLst>
    </dgm:pt>
    <dgm:pt modelId="{638D8044-8F92-48BF-A2B0-47C34E1D881D}" type="pres">
      <dgm:prSet presAssocID="{6284E2B3-CBF2-4E1E-8423-6B1C6F52FED9}" presName="iconSpace" presStyleCnt="0"/>
      <dgm:spPr/>
    </dgm:pt>
    <dgm:pt modelId="{6A0EB633-8BA8-42D1-8F2F-3B460580473B}" type="pres">
      <dgm:prSet presAssocID="{6284E2B3-CBF2-4E1E-8423-6B1C6F52FED9}" presName="parTx" presStyleLbl="revTx" presStyleIdx="8" presStyleCnt="10">
        <dgm:presLayoutVars>
          <dgm:chMax val="0"/>
          <dgm:chPref val="0"/>
        </dgm:presLayoutVars>
      </dgm:prSet>
      <dgm:spPr/>
    </dgm:pt>
    <dgm:pt modelId="{C99E6713-9399-461A-8307-7A5C3B488D1B}" type="pres">
      <dgm:prSet presAssocID="{6284E2B3-CBF2-4E1E-8423-6B1C6F52FED9}" presName="txSpace" presStyleCnt="0"/>
      <dgm:spPr/>
    </dgm:pt>
    <dgm:pt modelId="{0AC613EE-7A03-4553-9919-838CB1D402C5}" type="pres">
      <dgm:prSet presAssocID="{6284E2B3-CBF2-4E1E-8423-6B1C6F52FED9}" presName="desTx" presStyleLbl="revTx" presStyleIdx="9" presStyleCnt="10" custAng="0" custFlipVert="0" custScaleX="138293" custScaleY="106980" custLinFactNeighborX="17710" custLinFactNeighborY="-55423">
        <dgm:presLayoutVars/>
      </dgm:prSet>
      <dgm:spPr/>
    </dgm:pt>
  </dgm:ptLst>
  <dgm:cxnLst>
    <dgm:cxn modelId="{41E1EC08-B5D5-2B46-B646-54CD4C5E55BF}" type="presOf" srcId="{6284E2B3-CBF2-4E1E-8423-6B1C6F52FED9}" destId="{6A0EB633-8BA8-42D1-8F2F-3B460580473B}" srcOrd="0" destOrd="0" presId="urn:microsoft.com/office/officeart/2018/2/layout/IconLabelDescriptionList"/>
    <dgm:cxn modelId="{29D6894B-91FD-427F-8122-10C57D301A18}" srcId="{0FF14B22-A0D8-49C3-B502-EBE34469968B}" destId="{10897A62-9D77-4799-93BF-3CF748AFA76E}" srcOrd="2" destOrd="0" parTransId="{23A3EC18-D9B2-4E40-886A-FABA90674091}" sibTransId="{1C4350AA-A714-4260-8304-8A0B4D8CDCB1}"/>
    <dgm:cxn modelId="{3E000659-6393-6E47-B69C-933F288D5FD3}" type="presOf" srcId="{D448D94E-77D1-43DF-904B-78F305967E75}" destId="{0AC613EE-7A03-4553-9919-838CB1D402C5}" srcOrd="0" destOrd="0" presId="urn:microsoft.com/office/officeart/2018/2/layout/IconLabelDescriptionList"/>
    <dgm:cxn modelId="{10499871-C19C-4D83-B09D-D39D07BE1FD3}" srcId="{0FF14B22-A0D8-49C3-B502-EBE34469968B}" destId="{6662FE22-0B02-4686-8265-BE3A9F5054F5}" srcOrd="1" destOrd="0" parTransId="{EF260F42-12AE-477B-BA47-FEFFDD9F1EEE}" sibTransId="{9B517B4A-8EBA-4EDE-A44F-8FF9FFC0AC0E}"/>
    <dgm:cxn modelId="{58E33175-FD21-8144-814D-634ED245B108}" type="presOf" srcId="{C622618A-3A84-49A9-9B52-62FA400A0FB1}" destId="{C01531F8-CF62-4028-A4FE-2E263182C1AD}" srcOrd="0" destOrd="0" presId="urn:microsoft.com/office/officeart/2018/2/layout/IconLabelDescriptionList"/>
    <dgm:cxn modelId="{9EBE4977-697C-F847-A0DC-0721F91C1E03}" type="presOf" srcId="{10897A62-9D77-4799-93BF-3CF748AFA76E}" destId="{366F9A06-99A5-4C08-8C86-8BAEF5626DB1}" srcOrd="0" destOrd="0" presId="urn:microsoft.com/office/officeart/2018/2/layout/IconLabelDescriptionList"/>
    <dgm:cxn modelId="{6A96587A-130C-F24C-99B1-3EDC18ADA510}" type="presOf" srcId="{0FF14B22-A0D8-49C3-B502-EBE34469968B}" destId="{F39DDF99-73DA-424D-8B10-D31CD3DC1F55}" srcOrd="0" destOrd="0" presId="urn:microsoft.com/office/officeart/2018/2/layout/IconLabelDescriptionList"/>
    <dgm:cxn modelId="{77EE368D-8A70-48E4-A8A6-662192C3BA4F}" srcId="{0FF14B22-A0D8-49C3-B502-EBE34469968B}" destId="{C622618A-3A84-49A9-9B52-62FA400A0FB1}" srcOrd="0" destOrd="0" parTransId="{ADC506AC-8C1F-4624-ADB6-CE28F1D20807}" sibTransId="{EB399838-54C2-48CD-AA3C-E0D97AE9F9DD}"/>
    <dgm:cxn modelId="{FAA4E58D-479C-434E-8CAB-20194A8986A3}" type="presOf" srcId="{6662FE22-0B02-4686-8265-BE3A9F5054F5}" destId="{6A4A882A-375E-4BE9-A884-C06EFE9E13E3}" srcOrd="0" destOrd="0" presId="urn:microsoft.com/office/officeart/2018/2/layout/IconLabelDescriptionList"/>
    <dgm:cxn modelId="{0A2B17A0-5EEE-4307-83F4-2BF81DA37CBF}" srcId="{6284E2B3-CBF2-4E1E-8423-6B1C6F52FED9}" destId="{D448D94E-77D1-43DF-904B-78F305967E75}" srcOrd="0" destOrd="0" parTransId="{F2AA12BB-3F1F-48DD-AC95-1DE1ACC538A9}" sibTransId="{AF967424-FA71-49AE-A29D-9FA193EBE1CD}"/>
    <dgm:cxn modelId="{9C3328AB-8E07-4B1C-9CF5-0BDE93DBAAB1}" srcId="{0FF14B22-A0D8-49C3-B502-EBE34469968B}" destId="{BB1B0A55-A359-4B2A-831C-1CFE7B69456F}" srcOrd="3" destOrd="0" parTransId="{1D5BDC7E-84B6-4F9E-BF0F-1ED2F6459A9C}" sibTransId="{478BD850-9FDC-405A-A495-E357FA836914}"/>
    <dgm:cxn modelId="{6C2D04CA-B83B-45E4-8BCB-52905BEEE8C2}" srcId="{0FF14B22-A0D8-49C3-B502-EBE34469968B}" destId="{6284E2B3-CBF2-4E1E-8423-6B1C6F52FED9}" srcOrd="4" destOrd="0" parTransId="{951266D0-3FEB-44B0-AC13-39FF9B84F0FD}" sibTransId="{B1449111-1F2B-49D3-800B-44D977097351}"/>
    <dgm:cxn modelId="{1B2CEFD4-BB9A-DD46-B929-F1BD137A71D0}" type="presOf" srcId="{BB1B0A55-A359-4B2A-831C-1CFE7B69456F}" destId="{C47C331C-288C-4A41-AE01-D1817A4537E0}" srcOrd="0" destOrd="0" presId="urn:microsoft.com/office/officeart/2018/2/layout/IconLabelDescriptionList"/>
    <dgm:cxn modelId="{4931E3F8-DC21-7441-B03B-D0C400BD7BBA}" type="presParOf" srcId="{F39DDF99-73DA-424D-8B10-D31CD3DC1F55}" destId="{F791FBAA-C620-4777-AEB0-4183FF141FD3}" srcOrd="0" destOrd="0" presId="urn:microsoft.com/office/officeart/2018/2/layout/IconLabelDescriptionList"/>
    <dgm:cxn modelId="{910EC577-149D-DA42-B915-2A22069A497F}" type="presParOf" srcId="{F791FBAA-C620-4777-AEB0-4183FF141FD3}" destId="{5301117D-7241-472C-B7F3-D231BAF4D6B3}" srcOrd="0" destOrd="0" presId="urn:microsoft.com/office/officeart/2018/2/layout/IconLabelDescriptionList"/>
    <dgm:cxn modelId="{B8A1A030-FE4A-0E45-A5F0-201306DB226A}" type="presParOf" srcId="{F791FBAA-C620-4777-AEB0-4183FF141FD3}" destId="{C43E07D1-AAA9-4205-AB4D-3B59387B4467}" srcOrd="1" destOrd="0" presId="urn:microsoft.com/office/officeart/2018/2/layout/IconLabelDescriptionList"/>
    <dgm:cxn modelId="{7A5DA529-0853-ED49-9239-F7BFC23DD4DE}" type="presParOf" srcId="{F791FBAA-C620-4777-AEB0-4183FF141FD3}" destId="{C01531F8-CF62-4028-A4FE-2E263182C1AD}" srcOrd="2" destOrd="0" presId="urn:microsoft.com/office/officeart/2018/2/layout/IconLabelDescriptionList"/>
    <dgm:cxn modelId="{0964EEEB-CA02-504D-87CE-72427F98CC59}" type="presParOf" srcId="{F791FBAA-C620-4777-AEB0-4183FF141FD3}" destId="{5B87D303-B915-4905-83F6-C3CE097BB33F}" srcOrd="3" destOrd="0" presId="urn:microsoft.com/office/officeart/2018/2/layout/IconLabelDescriptionList"/>
    <dgm:cxn modelId="{288F5563-320C-F548-B9F2-37F3C2A34DE0}" type="presParOf" srcId="{F791FBAA-C620-4777-AEB0-4183FF141FD3}" destId="{67C01EC1-DE30-4DD8-9071-C96D8722D8F0}" srcOrd="4" destOrd="0" presId="urn:microsoft.com/office/officeart/2018/2/layout/IconLabelDescriptionList"/>
    <dgm:cxn modelId="{DD5D6877-BF73-5C4F-9282-EF736C6456E0}" type="presParOf" srcId="{F39DDF99-73DA-424D-8B10-D31CD3DC1F55}" destId="{004B29FE-0D2C-4805-9963-412DCC7CA637}" srcOrd="1" destOrd="0" presId="urn:microsoft.com/office/officeart/2018/2/layout/IconLabelDescriptionList"/>
    <dgm:cxn modelId="{4CEBB539-52C4-064E-B6AB-CE357D5A5A69}" type="presParOf" srcId="{F39DDF99-73DA-424D-8B10-D31CD3DC1F55}" destId="{00A5EF39-4FEA-4A2C-A99A-2A9119AA3A64}" srcOrd="2" destOrd="0" presId="urn:microsoft.com/office/officeart/2018/2/layout/IconLabelDescriptionList"/>
    <dgm:cxn modelId="{85E35A30-C6E4-244B-8F47-A7DC859BFFCC}" type="presParOf" srcId="{00A5EF39-4FEA-4A2C-A99A-2A9119AA3A64}" destId="{7A2A6024-A78A-48C6-9DD8-43CDBC65B119}" srcOrd="0" destOrd="0" presId="urn:microsoft.com/office/officeart/2018/2/layout/IconLabelDescriptionList"/>
    <dgm:cxn modelId="{558CCBEA-B4AA-F14A-8B4F-CADCFC434C0C}" type="presParOf" srcId="{00A5EF39-4FEA-4A2C-A99A-2A9119AA3A64}" destId="{EE7A2E83-E869-474E-8F4B-7D49E91F298C}" srcOrd="1" destOrd="0" presId="urn:microsoft.com/office/officeart/2018/2/layout/IconLabelDescriptionList"/>
    <dgm:cxn modelId="{EEAD9220-DB74-4342-BAFC-CF3D6281FECB}" type="presParOf" srcId="{00A5EF39-4FEA-4A2C-A99A-2A9119AA3A64}" destId="{6A4A882A-375E-4BE9-A884-C06EFE9E13E3}" srcOrd="2" destOrd="0" presId="urn:microsoft.com/office/officeart/2018/2/layout/IconLabelDescriptionList"/>
    <dgm:cxn modelId="{C4FF2A66-D477-E540-BFDF-DC7C8198D45E}" type="presParOf" srcId="{00A5EF39-4FEA-4A2C-A99A-2A9119AA3A64}" destId="{772073AA-7F24-49DC-861D-F0569C215BD0}" srcOrd="3" destOrd="0" presId="urn:microsoft.com/office/officeart/2018/2/layout/IconLabelDescriptionList"/>
    <dgm:cxn modelId="{668989C0-4BB5-3D43-A5E0-C8435A3A14F2}" type="presParOf" srcId="{00A5EF39-4FEA-4A2C-A99A-2A9119AA3A64}" destId="{B96709D5-5A2D-4DB3-959B-42EDF13359D1}" srcOrd="4" destOrd="0" presId="urn:microsoft.com/office/officeart/2018/2/layout/IconLabelDescriptionList"/>
    <dgm:cxn modelId="{DE144343-2F4D-B145-B4D6-59A276FF64D9}" type="presParOf" srcId="{F39DDF99-73DA-424D-8B10-D31CD3DC1F55}" destId="{49DBD075-7F5F-4AC3-8DAE-6C10041DB9AA}" srcOrd="3" destOrd="0" presId="urn:microsoft.com/office/officeart/2018/2/layout/IconLabelDescriptionList"/>
    <dgm:cxn modelId="{A9A75B45-DAE3-C248-A930-220E7AB7333E}" type="presParOf" srcId="{F39DDF99-73DA-424D-8B10-D31CD3DC1F55}" destId="{36B4F94A-0B92-445E-A0F0-3D5654693827}" srcOrd="4" destOrd="0" presId="urn:microsoft.com/office/officeart/2018/2/layout/IconLabelDescriptionList"/>
    <dgm:cxn modelId="{AAF5E12F-AA18-634A-BCC1-1BE84D190973}" type="presParOf" srcId="{36B4F94A-0B92-445E-A0F0-3D5654693827}" destId="{632113BD-2380-49AB-8A75-8FCBAD14FE4D}" srcOrd="0" destOrd="0" presId="urn:microsoft.com/office/officeart/2018/2/layout/IconLabelDescriptionList"/>
    <dgm:cxn modelId="{E9D04E4B-5DD6-5842-A39C-EF9F7881E0DF}" type="presParOf" srcId="{36B4F94A-0B92-445E-A0F0-3D5654693827}" destId="{0CE365B1-6E9D-4591-B4D6-01BF86431001}" srcOrd="1" destOrd="0" presId="urn:microsoft.com/office/officeart/2018/2/layout/IconLabelDescriptionList"/>
    <dgm:cxn modelId="{C72BA978-C900-1243-9E29-8A28636099BC}" type="presParOf" srcId="{36B4F94A-0B92-445E-A0F0-3D5654693827}" destId="{366F9A06-99A5-4C08-8C86-8BAEF5626DB1}" srcOrd="2" destOrd="0" presId="urn:microsoft.com/office/officeart/2018/2/layout/IconLabelDescriptionList"/>
    <dgm:cxn modelId="{B8D2F332-F599-894A-885B-27721CC516D4}" type="presParOf" srcId="{36B4F94A-0B92-445E-A0F0-3D5654693827}" destId="{995E68EE-8B84-43DD-8071-4C9CBC753D7D}" srcOrd="3" destOrd="0" presId="urn:microsoft.com/office/officeart/2018/2/layout/IconLabelDescriptionList"/>
    <dgm:cxn modelId="{1A0E396A-36F8-354F-B356-6ABA84C990BA}" type="presParOf" srcId="{36B4F94A-0B92-445E-A0F0-3D5654693827}" destId="{32B59CBE-3AD3-4781-B1C2-A15925EA493B}" srcOrd="4" destOrd="0" presId="urn:microsoft.com/office/officeart/2018/2/layout/IconLabelDescriptionList"/>
    <dgm:cxn modelId="{2CEBAFA3-3865-B74D-A287-CB1B9B6A316A}" type="presParOf" srcId="{F39DDF99-73DA-424D-8B10-D31CD3DC1F55}" destId="{D1162C8B-BAFD-4A9C-9DFA-8140FE9C429E}" srcOrd="5" destOrd="0" presId="urn:microsoft.com/office/officeart/2018/2/layout/IconLabelDescriptionList"/>
    <dgm:cxn modelId="{D0FD0438-F70D-3E4D-837E-6E8BC3E18F5E}" type="presParOf" srcId="{F39DDF99-73DA-424D-8B10-D31CD3DC1F55}" destId="{659B9EAB-D230-4B25-8AFE-20798F0EF791}" srcOrd="6" destOrd="0" presId="urn:microsoft.com/office/officeart/2018/2/layout/IconLabelDescriptionList"/>
    <dgm:cxn modelId="{C55717C2-F233-B646-9424-DDC9A5391364}" type="presParOf" srcId="{659B9EAB-D230-4B25-8AFE-20798F0EF791}" destId="{F0A468FA-CAAA-4558-89BF-80B29EC80812}" srcOrd="0" destOrd="0" presId="urn:microsoft.com/office/officeart/2018/2/layout/IconLabelDescriptionList"/>
    <dgm:cxn modelId="{5A8F8166-ABC1-8F4B-AB1E-EBDE2B7720E5}" type="presParOf" srcId="{659B9EAB-D230-4B25-8AFE-20798F0EF791}" destId="{BD97C0D7-1883-4909-BB95-19A934BB7B6C}" srcOrd="1" destOrd="0" presId="urn:microsoft.com/office/officeart/2018/2/layout/IconLabelDescriptionList"/>
    <dgm:cxn modelId="{4A5E9A35-0A1C-5E47-BCE0-EA98ADC0A153}" type="presParOf" srcId="{659B9EAB-D230-4B25-8AFE-20798F0EF791}" destId="{C47C331C-288C-4A41-AE01-D1817A4537E0}" srcOrd="2" destOrd="0" presId="urn:microsoft.com/office/officeart/2018/2/layout/IconLabelDescriptionList"/>
    <dgm:cxn modelId="{7BAD3259-FE74-5048-B5B2-D3CD60B75DCA}" type="presParOf" srcId="{659B9EAB-D230-4B25-8AFE-20798F0EF791}" destId="{53EC26B2-F95B-4295-AAF6-ED70AC21DCC9}" srcOrd="3" destOrd="0" presId="urn:microsoft.com/office/officeart/2018/2/layout/IconLabelDescriptionList"/>
    <dgm:cxn modelId="{2F226AD8-38FC-264C-9816-2ED4E39D31F1}" type="presParOf" srcId="{659B9EAB-D230-4B25-8AFE-20798F0EF791}" destId="{02E1F426-C0E7-49A3-B6DF-9740601FAA49}" srcOrd="4" destOrd="0" presId="urn:microsoft.com/office/officeart/2018/2/layout/IconLabelDescriptionList"/>
    <dgm:cxn modelId="{27F0DBC3-7679-8A4F-ADA5-54392734BCBE}" type="presParOf" srcId="{F39DDF99-73DA-424D-8B10-D31CD3DC1F55}" destId="{55110CCC-BAB2-4A6E-A0A7-149EE094516D}" srcOrd="7" destOrd="0" presId="urn:microsoft.com/office/officeart/2018/2/layout/IconLabelDescriptionList"/>
    <dgm:cxn modelId="{D1D8493B-7F91-7240-AA4A-BF7343056BB3}" type="presParOf" srcId="{F39DDF99-73DA-424D-8B10-D31CD3DC1F55}" destId="{A1886C0F-B7E3-4AFE-BC4A-CBECAB311C95}" srcOrd="8" destOrd="0" presId="urn:microsoft.com/office/officeart/2018/2/layout/IconLabelDescriptionList"/>
    <dgm:cxn modelId="{A06605A6-8E05-1F46-8938-F7422F8D91F0}" type="presParOf" srcId="{A1886C0F-B7E3-4AFE-BC4A-CBECAB311C95}" destId="{A7A478A5-D1B5-4BBD-8A10-A2802D30393F}" srcOrd="0" destOrd="0" presId="urn:microsoft.com/office/officeart/2018/2/layout/IconLabelDescriptionList"/>
    <dgm:cxn modelId="{CAF3A7BF-4A2C-7645-834B-E32FFB312C80}" type="presParOf" srcId="{A1886C0F-B7E3-4AFE-BC4A-CBECAB311C95}" destId="{638D8044-8F92-48BF-A2B0-47C34E1D881D}" srcOrd="1" destOrd="0" presId="urn:microsoft.com/office/officeart/2018/2/layout/IconLabelDescriptionList"/>
    <dgm:cxn modelId="{34B746BE-4E23-3641-A151-9138C95D50E5}" type="presParOf" srcId="{A1886C0F-B7E3-4AFE-BC4A-CBECAB311C95}" destId="{6A0EB633-8BA8-42D1-8F2F-3B460580473B}" srcOrd="2" destOrd="0" presId="urn:microsoft.com/office/officeart/2018/2/layout/IconLabelDescriptionList"/>
    <dgm:cxn modelId="{6D6E83F5-2FEA-8047-807D-25947EF043AE}" type="presParOf" srcId="{A1886C0F-B7E3-4AFE-BC4A-CBECAB311C95}" destId="{C99E6713-9399-461A-8307-7A5C3B488D1B}" srcOrd="3" destOrd="0" presId="urn:microsoft.com/office/officeart/2018/2/layout/IconLabelDescriptionList"/>
    <dgm:cxn modelId="{AAF1CF67-B760-E04B-BED4-EA34A1DD4171}" type="presParOf" srcId="{A1886C0F-B7E3-4AFE-BC4A-CBECAB311C95}" destId="{0AC613EE-7A03-4553-9919-838CB1D402C5}"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FF14B22-A0D8-49C3-B502-EBE34469968B}" type="doc">
      <dgm:prSet loTypeId="urn:microsoft.com/office/officeart/2018/2/layout/IconLabelDescriptionList" loCatId="icon" qsTypeId="urn:microsoft.com/office/officeart/2005/8/quickstyle/simple1" qsCatId="simple" csTypeId="urn:microsoft.com/office/officeart/2018/5/colors/Iconchunking_neutralbg_accent5_2" csCatId="accent5" phldr="1"/>
      <dgm:spPr/>
      <dgm:t>
        <a:bodyPr/>
        <a:lstStyle/>
        <a:p>
          <a:endParaRPr lang="en-US"/>
        </a:p>
      </dgm:t>
    </dgm:pt>
    <dgm:pt modelId="{C622618A-3A84-49A9-9B52-62FA400A0FB1}">
      <dgm:prSet custT="1"/>
      <dgm:spPr/>
      <dgm:t>
        <a:bodyPr/>
        <a:lstStyle/>
        <a:p>
          <a:pPr>
            <a:defRPr b="1"/>
          </a:pPr>
          <a:r>
            <a:rPr lang="en-US" sz="1800" dirty="0"/>
            <a:t>All CICA Life Superior Choice voice signatures MUST be on a recorded line. </a:t>
          </a:r>
        </a:p>
      </dgm:t>
    </dgm:pt>
    <dgm:pt modelId="{ADC506AC-8C1F-4624-ADB6-CE28F1D20807}" type="parTrans" cxnId="{77EE368D-8A70-48E4-A8A6-662192C3BA4F}">
      <dgm:prSet/>
      <dgm:spPr/>
      <dgm:t>
        <a:bodyPr/>
        <a:lstStyle/>
        <a:p>
          <a:endParaRPr lang="en-US"/>
        </a:p>
      </dgm:t>
    </dgm:pt>
    <dgm:pt modelId="{EB399838-54C2-48CD-AA3C-E0D97AE9F9DD}" type="sibTrans" cxnId="{77EE368D-8A70-48E4-A8A6-662192C3BA4F}">
      <dgm:prSet/>
      <dgm:spPr/>
      <dgm:t>
        <a:bodyPr/>
        <a:lstStyle/>
        <a:p>
          <a:endParaRPr lang="en-US"/>
        </a:p>
      </dgm:t>
    </dgm:pt>
    <dgm:pt modelId="{6662FE22-0B02-4686-8265-BE3A9F5054F5}">
      <dgm:prSet custT="1"/>
      <dgm:spPr/>
      <dgm:t>
        <a:bodyPr/>
        <a:lstStyle/>
        <a:p>
          <a:pPr>
            <a:defRPr b="1"/>
          </a:pPr>
          <a:r>
            <a:rPr lang="en-US" sz="1800" dirty="0"/>
            <a:t>Call recording must be uploaded within 24 hours of completing the application.</a:t>
          </a:r>
        </a:p>
      </dgm:t>
    </dgm:pt>
    <dgm:pt modelId="{EF260F42-12AE-477B-BA47-FEFFDD9F1EEE}" type="parTrans" cxnId="{10499871-C19C-4D83-B09D-D39D07BE1FD3}">
      <dgm:prSet/>
      <dgm:spPr/>
      <dgm:t>
        <a:bodyPr/>
        <a:lstStyle/>
        <a:p>
          <a:endParaRPr lang="en-US"/>
        </a:p>
      </dgm:t>
    </dgm:pt>
    <dgm:pt modelId="{9B517B4A-8EBA-4EDE-A44F-8FF9FFC0AC0E}" type="sibTrans" cxnId="{10499871-C19C-4D83-B09D-D39D07BE1FD3}">
      <dgm:prSet/>
      <dgm:spPr/>
      <dgm:t>
        <a:bodyPr/>
        <a:lstStyle/>
        <a:p>
          <a:endParaRPr lang="en-US"/>
        </a:p>
      </dgm:t>
    </dgm:pt>
    <dgm:pt modelId="{10897A62-9D77-4799-93BF-3CF748AFA76E}">
      <dgm:prSet custT="1"/>
      <dgm:spPr/>
      <dgm:t>
        <a:bodyPr/>
        <a:lstStyle/>
        <a:p>
          <a:pPr>
            <a:defRPr b="1"/>
          </a:pPr>
          <a:r>
            <a:rPr lang="en-US" sz="1800" dirty="0"/>
            <a:t>Do not need to trim the call recording, it can be the full presentation. </a:t>
          </a:r>
        </a:p>
      </dgm:t>
    </dgm:pt>
    <dgm:pt modelId="{23A3EC18-D9B2-4E40-886A-FABA90674091}" type="parTrans" cxnId="{29D6894B-91FD-427F-8122-10C57D301A18}">
      <dgm:prSet/>
      <dgm:spPr/>
      <dgm:t>
        <a:bodyPr/>
        <a:lstStyle/>
        <a:p>
          <a:endParaRPr lang="en-US"/>
        </a:p>
      </dgm:t>
    </dgm:pt>
    <dgm:pt modelId="{1C4350AA-A714-4260-8304-8A0B4D8CDCB1}" type="sibTrans" cxnId="{29D6894B-91FD-427F-8122-10C57D301A18}">
      <dgm:prSet/>
      <dgm:spPr/>
      <dgm:t>
        <a:bodyPr/>
        <a:lstStyle/>
        <a:p>
          <a:endParaRPr lang="en-US"/>
        </a:p>
      </dgm:t>
    </dgm:pt>
    <dgm:pt modelId="{BB1B0A55-A359-4B2A-831C-1CFE7B69456F}">
      <dgm:prSet custT="1"/>
      <dgm:spPr/>
      <dgm:t>
        <a:bodyPr/>
        <a:lstStyle/>
        <a:p>
          <a:pPr>
            <a:defRPr b="1"/>
          </a:pPr>
          <a:r>
            <a:rPr lang="en-US" sz="1800" dirty="0"/>
            <a:t>Call must include all client information, health questions, disclosures, HIPPA statement, replacement questions if applicable, and voice signature.</a:t>
          </a:r>
        </a:p>
      </dgm:t>
    </dgm:pt>
    <dgm:pt modelId="{1D5BDC7E-84B6-4F9E-BF0F-1ED2F6459A9C}" type="parTrans" cxnId="{9C3328AB-8E07-4B1C-9CF5-0BDE93DBAAB1}">
      <dgm:prSet/>
      <dgm:spPr/>
      <dgm:t>
        <a:bodyPr/>
        <a:lstStyle/>
        <a:p>
          <a:endParaRPr lang="en-US"/>
        </a:p>
      </dgm:t>
    </dgm:pt>
    <dgm:pt modelId="{478BD850-9FDC-405A-A495-E357FA836914}" type="sibTrans" cxnId="{9C3328AB-8E07-4B1C-9CF5-0BDE93DBAAB1}">
      <dgm:prSet/>
      <dgm:spPr/>
      <dgm:t>
        <a:bodyPr/>
        <a:lstStyle/>
        <a:p>
          <a:endParaRPr lang="en-US"/>
        </a:p>
      </dgm:t>
    </dgm:pt>
    <dgm:pt modelId="{6284E2B3-CBF2-4E1E-8423-6B1C6F52FED9}">
      <dgm:prSet/>
      <dgm:spPr/>
      <dgm:t>
        <a:bodyPr/>
        <a:lstStyle/>
        <a:p>
          <a:pPr>
            <a:defRPr b="1"/>
          </a:pPr>
          <a:r>
            <a:rPr lang="en-US" dirty="0"/>
            <a:t>Recording ID requested on the application MUST be the insureds full telephone number followed by the date and must match the label of the upload. </a:t>
          </a:r>
        </a:p>
      </dgm:t>
    </dgm:pt>
    <dgm:pt modelId="{951266D0-3FEB-44B0-AC13-39FF9B84F0FD}" type="parTrans" cxnId="{6C2D04CA-B83B-45E4-8BCB-52905BEEE8C2}">
      <dgm:prSet/>
      <dgm:spPr/>
      <dgm:t>
        <a:bodyPr/>
        <a:lstStyle/>
        <a:p>
          <a:endParaRPr lang="en-US"/>
        </a:p>
      </dgm:t>
    </dgm:pt>
    <dgm:pt modelId="{B1449111-1F2B-49D3-800B-44D977097351}" type="sibTrans" cxnId="{6C2D04CA-B83B-45E4-8BCB-52905BEEE8C2}">
      <dgm:prSet/>
      <dgm:spPr/>
      <dgm:t>
        <a:bodyPr/>
        <a:lstStyle/>
        <a:p>
          <a:endParaRPr lang="en-US"/>
        </a:p>
      </dgm:t>
    </dgm:pt>
    <dgm:pt modelId="{D448D94E-77D1-43DF-904B-78F305967E75}">
      <dgm:prSet custT="1"/>
      <dgm:spPr/>
      <dgm:t>
        <a:bodyPr/>
        <a:lstStyle/>
        <a:p>
          <a:r>
            <a:rPr lang="en-US" sz="1600" dirty="0"/>
            <a:t>         (8502283234-12/01/23)</a:t>
          </a:r>
        </a:p>
      </dgm:t>
    </dgm:pt>
    <dgm:pt modelId="{F2AA12BB-3F1F-48DD-AC95-1DE1ACC538A9}" type="parTrans" cxnId="{0A2B17A0-5EEE-4307-83F4-2BF81DA37CBF}">
      <dgm:prSet/>
      <dgm:spPr/>
      <dgm:t>
        <a:bodyPr/>
        <a:lstStyle/>
        <a:p>
          <a:endParaRPr lang="en-US"/>
        </a:p>
      </dgm:t>
    </dgm:pt>
    <dgm:pt modelId="{AF967424-FA71-49AE-A29D-9FA193EBE1CD}" type="sibTrans" cxnId="{0A2B17A0-5EEE-4307-83F4-2BF81DA37CBF}">
      <dgm:prSet/>
      <dgm:spPr/>
      <dgm:t>
        <a:bodyPr/>
        <a:lstStyle/>
        <a:p>
          <a:endParaRPr lang="en-US"/>
        </a:p>
      </dgm:t>
    </dgm:pt>
    <dgm:pt modelId="{F39DDF99-73DA-424D-8B10-D31CD3DC1F55}" type="pres">
      <dgm:prSet presAssocID="{0FF14B22-A0D8-49C3-B502-EBE34469968B}" presName="root" presStyleCnt="0">
        <dgm:presLayoutVars>
          <dgm:dir/>
          <dgm:resizeHandles val="exact"/>
        </dgm:presLayoutVars>
      </dgm:prSet>
      <dgm:spPr/>
    </dgm:pt>
    <dgm:pt modelId="{F791FBAA-C620-4777-AEB0-4183FF141FD3}" type="pres">
      <dgm:prSet presAssocID="{C622618A-3A84-49A9-9B52-62FA400A0FB1}" presName="compNode" presStyleCnt="0"/>
      <dgm:spPr/>
    </dgm:pt>
    <dgm:pt modelId="{5301117D-7241-472C-B7F3-D231BAF4D6B3}" type="pres">
      <dgm:prSet presAssocID="{C622618A-3A84-49A9-9B52-62FA400A0FB1}"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ncil"/>
        </a:ext>
      </dgm:extLst>
    </dgm:pt>
    <dgm:pt modelId="{C43E07D1-AAA9-4205-AB4D-3B59387B4467}" type="pres">
      <dgm:prSet presAssocID="{C622618A-3A84-49A9-9B52-62FA400A0FB1}" presName="iconSpace" presStyleCnt="0"/>
      <dgm:spPr/>
    </dgm:pt>
    <dgm:pt modelId="{C01531F8-CF62-4028-A4FE-2E263182C1AD}" type="pres">
      <dgm:prSet presAssocID="{C622618A-3A84-49A9-9B52-62FA400A0FB1}" presName="parTx" presStyleLbl="revTx" presStyleIdx="0" presStyleCnt="10">
        <dgm:presLayoutVars>
          <dgm:chMax val="0"/>
          <dgm:chPref val="0"/>
        </dgm:presLayoutVars>
      </dgm:prSet>
      <dgm:spPr/>
    </dgm:pt>
    <dgm:pt modelId="{5B87D303-B915-4905-83F6-C3CE097BB33F}" type="pres">
      <dgm:prSet presAssocID="{C622618A-3A84-49A9-9B52-62FA400A0FB1}" presName="txSpace" presStyleCnt="0"/>
      <dgm:spPr/>
    </dgm:pt>
    <dgm:pt modelId="{67C01EC1-DE30-4DD8-9071-C96D8722D8F0}" type="pres">
      <dgm:prSet presAssocID="{C622618A-3A84-49A9-9B52-62FA400A0FB1}" presName="desTx" presStyleLbl="revTx" presStyleIdx="1" presStyleCnt="10">
        <dgm:presLayoutVars/>
      </dgm:prSet>
      <dgm:spPr/>
    </dgm:pt>
    <dgm:pt modelId="{004B29FE-0D2C-4805-9963-412DCC7CA637}" type="pres">
      <dgm:prSet presAssocID="{EB399838-54C2-48CD-AA3C-E0D97AE9F9DD}" presName="sibTrans" presStyleCnt="0"/>
      <dgm:spPr/>
    </dgm:pt>
    <dgm:pt modelId="{00A5EF39-4FEA-4A2C-A99A-2A9119AA3A64}" type="pres">
      <dgm:prSet presAssocID="{6662FE22-0B02-4686-8265-BE3A9F5054F5}" presName="compNode" presStyleCnt="0"/>
      <dgm:spPr/>
    </dgm:pt>
    <dgm:pt modelId="{7A2A6024-A78A-48C6-9DD8-43CDBC65B119}" type="pres">
      <dgm:prSet presAssocID="{6662FE22-0B02-4686-8265-BE3A9F5054F5}"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peaker Phone"/>
        </a:ext>
      </dgm:extLst>
    </dgm:pt>
    <dgm:pt modelId="{EE7A2E83-E869-474E-8F4B-7D49E91F298C}" type="pres">
      <dgm:prSet presAssocID="{6662FE22-0B02-4686-8265-BE3A9F5054F5}" presName="iconSpace" presStyleCnt="0"/>
      <dgm:spPr/>
    </dgm:pt>
    <dgm:pt modelId="{6A4A882A-375E-4BE9-A884-C06EFE9E13E3}" type="pres">
      <dgm:prSet presAssocID="{6662FE22-0B02-4686-8265-BE3A9F5054F5}" presName="parTx" presStyleLbl="revTx" presStyleIdx="2" presStyleCnt="10">
        <dgm:presLayoutVars>
          <dgm:chMax val="0"/>
          <dgm:chPref val="0"/>
        </dgm:presLayoutVars>
      </dgm:prSet>
      <dgm:spPr/>
    </dgm:pt>
    <dgm:pt modelId="{772073AA-7F24-49DC-861D-F0569C215BD0}" type="pres">
      <dgm:prSet presAssocID="{6662FE22-0B02-4686-8265-BE3A9F5054F5}" presName="txSpace" presStyleCnt="0"/>
      <dgm:spPr/>
    </dgm:pt>
    <dgm:pt modelId="{B96709D5-5A2D-4DB3-959B-42EDF13359D1}" type="pres">
      <dgm:prSet presAssocID="{6662FE22-0B02-4686-8265-BE3A9F5054F5}" presName="desTx" presStyleLbl="revTx" presStyleIdx="3" presStyleCnt="10">
        <dgm:presLayoutVars/>
      </dgm:prSet>
      <dgm:spPr/>
    </dgm:pt>
    <dgm:pt modelId="{49DBD075-7F5F-4AC3-8DAE-6C10041DB9AA}" type="pres">
      <dgm:prSet presAssocID="{9B517B4A-8EBA-4EDE-A44F-8FF9FFC0AC0E}" presName="sibTrans" presStyleCnt="0"/>
      <dgm:spPr/>
    </dgm:pt>
    <dgm:pt modelId="{36B4F94A-0B92-445E-A0F0-3D5654693827}" type="pres">
      <dgm:prSet presAssocID="{10897A62-9D77-4799-93BF-3CF748AFA76E}" presName="compNode" presStyleCnt="0"/>
      <dgm:spPr/>
    </dgm:pt>
    <dgm:pt modelId="{632113BD-2380-49AB-8A75-8FCBAD14FE4D}" type="pres">
      <dgm:prSet presAssocID="{10897A62-9D77-4799-93BF-3CF748AFA76E}"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VD player"/>
        </a:ext>
      </dgm:extLst>
    </dgm:pt>
    <dgm:pt modelId="{0CE365B1-6E9D-4591-B4D6-01BF86431001}" type="pres">
      <dgm:prSet presAssocID="{10897A62-9D77-4799-93BF-3CF748AFA76E}" presName="iconSpace" presStyleCnt="0"/>
      <dgm:spPr/>
    </dgm:pt>
    <dgm:pt modelId="{366F9A06-99A5-4C08-8C86-8BAEF5626DB1}" type="pres">
      <dgm:prSet presAssocID="{10897A62-9D77-4799-93BF-3CF748AFA76E}" presName="parTx" presStyleLbl="revTx" presStyleIdx="4" presStyleCnt="10">
        <dgm:presLayoutVars>
          <dgm:chMax val="0"/>
          <dgm:chPref val="0"/>
        </dgm:presLayoutVars>
      </dgm:prSet>
      <dgm:spPr/>
    </dgm:pt>
    <dgm:pt modelId="{995E68EE-8B84-43DD-8071-4C9CBC753D7D}" type="pres">
      <dgm:prSet presAssocID="{10897A62-9D77-4799-93BF-3CF748AFA76E}" presName="txSpace" presStyleCnt="0"/>
      <dgm:spPr/>
    </dgm:pt>
    <dgm:pt modelId="{32B59CBE-3AD3-4781-B1C2-A15925EA493B}" type="pres">
      <dgm:prSet presAssocID="{10897A62-9D77-4799-93BF-3CF748AFA76E}" presName="desTx" presStyleLbl="revTx" presStyleIdx="5" presStyleCnt="10">
        <dgm:presLayoutVars/>
      </dgm:prSet>
      <dgm:spPr/>
    </dgm:pt>
    <dgm:pt modelId="{D1162C8B-BAFD-4A9C-9DFA-8140FE9C429E}" type="pres">
      <dgm:prSet presAssocID="{1C4350AA-A714-4260-8304-8A0B4D8CDCB1}" presName="sibTrans" presStyleCnt="0"/>
      <dgm:spPr/>
    </dgm:pt>
    <dgm:pt modelId="{659B9EAB-D230-4B25-8AFE-20798F0EF791}" type="pres">
      <dgm:prSet presAssocID="{BB1B0A55-A359-4B2A-831C-1CFE7B69456F}" presName="compNode" presStyleCnt="0"/>
      <dgm:spPr/>
    </dgm:pt>
    <dgm:pt modelId="{F0A468FA-CAAA-4558-89BF-80B29EC80812}" type="pres">
      <dgm:prSet presAssocID="{BB1B0A55-A359-4B2A-831C-1CFE7B69456F}"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ign Language"/>
        </a:ext>
      </dgm:extLst>
    </dgm:pt>
    <dgm:pt modelId="{BD97C0D7-1883-4909-BB95-19A934BB7B6C}" type="pres">
      <dgm:prSet presAssocID="{BB1B0A55-A359-4B2A-831C-1CFE7B69456F}" presName="iconSpace" presStyleCnt="0"/>
      <dgm:spPr/>
    </dgm:pt>
    <dgm:pt modelId="{C47C331C-288C-4A41-AE01-D1817A4537E0}" type="pres">
      <dgm:prSet presAssocID="{BB1B0A55-A359-4B2A-831C-1CFE7B69456F}" presName="parTx" presStyleLbl="revTx" presStyleIdx="6" presStyleCnt="10">
        <dgm:presLayoutVars>
          <dgm:chMax val="0"/>
          <dgm:chPref val="0"/>
        </dgm:presLayoutVars>
      </dgm:prSet>
      <dgm:spPr/>
    </dgm:pt>
    <dgm:pt modelId="{53EC26B2-F95B-4295-AAF6-ED70AC21DCC9}" type="pres">
      <dgm:prSet presAssocID="{BB1B0A55-A359-4B2A-831C-1CFE7B69456F}" presName="txSpace" presStyleCnt="0"/>
      <dgm:spPr/>
    </dgm:pt>
    <dgm:pt modelId="{02E1F426-C0E7-49A3-B6DF-9740601FAA49}" type="pres">
      <dgm:prSet presAssocID="{BB1B0A55-A359-4B2A-831C-1CFE7B69456F}" presName="desTx" presStyleLbl="revTx" presStyleIdx="7" presStyleCnt="10">
        <dgm:presLayoutVars/>
      </dgm:prSet>
      <dgm:spPr/>
    </dgm:pt>
    <dgm:pt modelId="{55110CCC-BAB2-4A6E-A0A7-149EE094516D}" type="pres">
      <dgm:prSet presAssocID="{478BD850-9FDC-405A-A495-E357FA836914}" presName="sibTrans" presStyleCnt="0"/>
      <dgm:spPr/>
    </dgm:pt>
    <dgm:pt modelId="{A1886C0F-B7E3-4AFE-BC4A-CBECAB311C95}" type="pres">
      <dgm:prSet presAssocID="{6284E2B3-CBF2-4E1E-8423-6B1C6F52FED9}" presName="compNode" presStyleCnt="0"/>
      <dgm:spPr/>
    </dgm:pt>
    <dgm:pt modelId="{A7A478A5-D1B5-4BBD-8A10-A2802D30393F}" type="pres">
      <dgm:prSet presAssocID="{6284E2B3-CBF2-4E1E-8423-6B1C6F52FED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heckmark"/>
        </a:ext>
      </dgm:extLst>
    </dgm:pt>
    <dgm:pt modelId="{638D8044-8F92-48BF-A2B0-47C34E1D881D}" type="pres">
      <dgm:prSet presAssocID="{6284E2B3-CBF2-4E1E-8423-6B1C6F52FED9}" presName="iconSpace" presStyleCnt="0"/>
      <dgm:spPr/>
    </dgm:pt>
    <dgm:pt modelId="{6A0EB633-8BA8-42D1-8F2F-3B460580473B}" type="pres">
      <dgm:prSet presAssocID="{6284E2B3-CBF2-4E1E-8423-6B1C6F52FED9}" presName="parTx" presStyleLbl="revTx" presStyleIdx="8" presStyleCnt="10">
        <dgm:presLayoutVars>
          <dgm:chMax val="0"/>
          <dgm:chPref val="0"/>
        </dgm:presLayoutVars>
      </dgm:prSet>
      <dgm:spPr/>
    </dgm:pt>
    <dgm:pt modelId="{C99E6713-9399-461A-8307-7A5C3B488D1B}" type="pres">
      <dgm:prSet presAssocID="{6284E2B3-CBF2-4E1E-8423-6B1C6F52FED9}" presName="txSpace" presStyleCnt="0"/>
      <dgm:spPr/>
    </dgm:pt>
    <dgm:pt modelId="{0AC613EE-7A03-4553-9919-838CB1D402C5}" type="pres">
      <dgm:prSet presAssocID="{6284E2B3-CBF2-4E1E-8423-6B1C6F52FED9}" presName="desTx" presStyleLbl="revTx" presStyleIdx="9" presStyleCnt="10" custAng="0" custFlipVert="0" custScaleX="138293" custScaleY="106980" custLinFactNeighborX="17710" custLinFactNeighborY="-55423">
        <dgm:presLayoutVars/>
      </dgm:prSet>
      <dgm:spPr/>
    </dgm:pt>
  </dgm:ptLst>
  <dgm:cxnLst>
    <dgm:cxn modelId="{41E1EC08-B5D5-2B46-B646-54CD4C5E55BF}" type="presOf" srcId="{6284E2B3-CBF2-4E1E-8423-6B1C6F52FED9}" destId="{6A0EB633-8BA8-42D1-8F2F-3B460580473B}" srcOrd="0" destOrd="0" presId="urn:microsoft.com/office/officeart/2018/2/layout/IconLabelDescriptionList"/>
    <dgm:cxn modelId="{29D6894B-91FD-427F-8122-10C57D301A18}" srcId="{0FF14B22-A0D8-49C3-B502-EBE34469968B}" destId="{10897A62-9D77-4799-93BF-3CF748AFA76E}" srcOrd="2" destOrd="0" parTransId="{23A3EC18-D9B2-4E40-886A-FABA90674091}" sibTransId="{1C4350AA-A714-4260-8304-8A0B4D8CDCB1}"/>
    <dgm:cxn modelId="{3E000659-6393-6E47-B69C-933F288D5FD3}" type="presOf" srcId="{D448D94E-77D1-43DF-904B-78F305967E75}" destId="{0AC613EE-7A03-4553-9919-838CB1D402C5}" srcOrd="0" destOrd="0" presId="urn:microsoft.com/office/officeart/2018/2/layout/IconLabelDescriptionList"/>
    <dgm:cxn modelId="{10499871-C19C-4D83-B09D-D39D07BE1FD3}" srcId="{0FF14B22-A0D8-49C3-B502-EBE34469968B}" destId="{6662FE22-0B02-4686-8265-BE3A9F5054F5}" srcOrd="1" destOrd="0" parTransId="{EF260F42-12AE-477B-BA47-FEFFDD9F1EEE}" sibTransId="{9B517B4A-8EBA-4EDE-A44F-8FF9FFC0AC0E}"/>
    <dgm:cxn modelId="{58E33175-FD21-8144-814D-634ED245B108}" type="presOf" srcId="{C622618A-3A84-49A9-9B52-62FA400A0FB1}" destId="{C01531F8-CF62-4028-A4FE-2E263182C1AD}" srcOrd="0" destOrd="0" presId="urn:microsoft.com/office/officeart/2018/2/layout/IconLabelDescriptionList"/>
    <dgm:cxn modelId="{9EBE4977-697C-F847-A0DC-0721F91C1E03}" type="presOf" srcId="{10897A62-9D77-4799-93BF-3CF748AFA76E}" destId="{366F9A06-99A5-4C08-8C86-8BAEF5626DB1}" srcOrd="0" destOrd="0" presId="urn:microsoft.com/office/officeart/2018/2/layout/IconLabelDescriptionList"/>
    <dgm:cxn modelId="{6A96587A-130C-F24C-99B1-3EDC18ADA510}" type="presOf" srcId="{0FF14B22-A0D8-49C3-B502-EBE34469968B}" destId="{F39DDF99-73DA-424D-8B10-D31CD3DC1F55}" srcOrd="0" destOrd="0" presId="urn:microsoft.com/office/officeart/2018/2/layout/IconLabelDescriptionList"/>
    <dgm:cxn modelId="{77EE368D-8A70-48E4-A8A6-662192C3BA4F}" srcId="{0FF14B22-A0D8-49C3-B502-EBE34469968B}" destId="{C622618A-3A84-49A9-9B52-62FA400A0FB1}" srcOrd="0" destOrd="0" parTransId="{ADC506AC-8C1F-4624-ADB6-CE28F1D20807}" sibTransId="{EB399838-54C2-48CD-AA3C-E0D97AE9F9DD}"/>
    <dgm:cxn modelId="{FAA4E58D-479C-434E-8CAB-20194A8986A3}" type="presOf" srcId="{6662FE22-0B02-4686-8265-BE3A9F5054F5}" destId="{6A4A882A-375E-4BE9-A884-C06EFE9E13E3}" srcOrd="0" destOrd="0" presId="urn:microsoft.com/office/officeart/2018/2/layout/IconLabelDescriptionList"/>
    <dgm:cxn modelId="{0A2B17A0-5EEE-4307-83F4-2BF81DA37CBF}" srcId="{6284E2B3-CBF2-4E1E-8423-6B1C6F52FED9}" destId="{D448D94E-77D1-43DF-904B-78F305967E75}" srcOrd="0" destOrd="0" parTransId="{F2AA12BB-3F1F-48DD-AC95-1DE1ACC538A9}" sibTransId="{AF967424-FA71-49AE-A29D-9FA193EBE1CD}"/>
    <dgm:cxn modelId="{9C3328AB-8E07-4B1C-9CF5-0BDE93DBAAB1}" srcId="{0FF14B22-A0D8-49C3-B502-EBE34469968B}" destId="{BB1B0A55-A359-4B2A-831C-1CFE7B69456F}" srcOrd="3" destOrd="0" parTransId="{1D5BDC7E-84B6-4F9E-BF0F-1ED2F6459A9C}" sibTransId="{478BD850-9FDC-405A-A495-E357FA836914}"/>
    <dgm:cxn modelId="{6C2D04CA-B83B-45E4-8BCB-52905BEEE8C2}" srcId="{0FF14B22-A0D8-49C3-B502-EBE34469968B}" destId="{6284E2B3-CBF2-4E1E-8423-6B1C6F52FED9}" srcOrd="4" destOrd="0" parTransId="{951266D0-3FEB-44B0-AC13-39FF9B84F0FD}" sibTransId="{B1449111-1F2B-49D3-800B-44D977097351}"/>
    <dgm:cxn modelId="{1B2CEFD4-BB9A-DD46-B929-F1BD137A71D0}" type="presOf" srcId="{BB1B0A55-A359-4B2A-831C-1CFE7B69456F}" destId="{C47C331C-288C-4A41-AE01-D1817A4537E0}" srcOrd="0" destOrd="0" presId="urn:microsoft.com/office/officeart/2018/2/layout/IconLabelDescriptionList"/>
    <dgm:cxn modelId="{4931E3F8-DC21-7441-B03B-D0C400BD7BBA}" type="presParOf" srcId="{F39DDF99-73DA-424D-8B10-D31CD3DC1F55}" destId="{F791FBAA-C620-4777-AEB0-4183FF141FD3}" srcOrd="0" destOrd="0" presId="urn:microsoft.com/office/officeart/2018/2/layout/IconLabelDescriptionList"/>
    <dgm:cxn modelId="{910EC577-149D-DA42-B915-2A22069A497F}" type="presParOf" srcId="{F791FBAA-C620-4777-AEB0-4183FF141FD3}" destId="{5301117D-7241-472C-B7F3-D231BAF4D6B3}" srcOrd="0" destOrd="0" presId="urn:microsoft.com/office/officeart/2018/2/layout/IconLabelDescriptionList"/>
    <dgm:cxn modelId="{B8A1A030-FE4A-0E45-A5F0-201306DB226A}" type="presParOf" srcId="{F791FBAA-C620-4777-AEB0-4183FF141FD3}" destId="{C43E07D1-AAA9-4205-AB4D-3B59387B4467}" srcOrd="1" destOrd="0" presId="urn:microsoft.com/office/officeart/2018/2/layout/IconLabelDescriptionList"/>
    <dgm:cxn modelId="{7A5DA529-0853-ED49-9239-F7BFC23DD4DE}" type="presParOf" srcId="{F791FBAA-C620-4777-AEB0-4183FF141FD3}" destId="{C01531F8-CF62-4028-A4FE-2E263182C1AD}" srcOrd="2" destOrd="0" presId="urn:microsoft.com/office/officeart/2018/2/layout/IconLabelDescriptionList"/>
    <dgm:cxn modelId="{0964EEEB-CA02-504D-87CE-72427F98CC59}" type="presParOf" srcId="{F791FBAA-C620-4777-AEB0-4183FF141FD3}" destId="{5B87D303-B915-4905-83F6-C3CE097BB33F}" srcOrd="3" destOrd="0" presId="urn:microsoft.com/office/officeart/2018/2/layout/IconLabelDescriptionList"/>
    <dgm:cxn modelId="{288F5563-320C-F548-B9F2-37F3C2A34DE0}" type="presParOf" srcId="{F791FBAA-C620-4777-AEB0-4183FF141FD3}" destId="{67C01EC1-DE30-4DD8-9071-C96D8722D8F0}" srcOrd="4" destOrd="0" presId="urn:microsoft.com/office/officeart/2018/2/layout/IconLabelDescriptionList"/>
    <dgm:cxn modelId="{DD5D6877-BF73-5C4F-9282-EF736C6456E0}" type="presParOf" srcId="{F39DDF99-73DA-424D-8B10-D31CD3DC1F55}" destId="{004B29FE-0D2C-4805-9963-412DCC7CA637}" srcOrd="1" destOrd="0" presId="urn:microsoft.com/office/officeart/2018/2/layout/IconLabelDescriptionList"/>
    <dgm:cxn modelId="{4CEBB539-52C4-064E-B6AB-CE357D5A5A69}" type="presParOf" srcId="{F39DDF99-73DA-424D-8B10-D31CD3DC1F55}" destId="{00A5EF39-4FEA-4A2C-A99A-2A9119AA3A64}" srcOrd="2" destOrd="0" presId="urn:microsoft.com/office/officeart/2018/2/layout/IconLabelDescriptionList"/>
    <dgm:cxn modelId="{85E35A30-C6E4-244B-8F47-A7DC859BFFCC}" type="presParOf" srcId="{00A5EF39-4FEA-4A2C-A99A-2A9119AA3A64}" destId="{7A2A6024-A78A-48C6-9DD8-43CDBC65B119}" srcOrd="0" destOrd="0" presId="urn:microsoft.com/office/officeart/2018/2/layout/IconLabelDescriptionList"/>
    <dgm:cxn modelId="{558CCBEA-B4AA-F14A-8B4F-CADCFC434C0C}" type="presParOf" srcId="{00A5EF39-4FEA-4A2C-A99A-2A9119AA3A64}" destId="{EE7A2E83-E869-474E-8F4B-7D49E91F298C}" srcOrd="1" destOrd="0" presId="urn:microsoft.com/office/officeart/2018/2/layout/IconLabelDescriptionList"/>
    <dgm:cxn modelId="{EEAD9220-DB74-4342-BAFC-CF3D6281FECB}" type="presParOf" srcId="{00A5EF39-4FEA-4A2C-A99A-2A9119AA3A64}" destId="{6A4A882A-375E-4BE9-A884-C06EFE9E13E3}" srcOrd="2" destOrd="0" presId="urn:microsoft.com/office/officeart/2018/2/layout/IconLabelDescriptionList"/>
    <dgm:cxn modelId="{C4FF2A66-D477-E540-BFDF-DC7C8198D45E}" type="presParOf" srcId="{00A5EF39-4FEA-4A2C-A99A-2A9119AA3A64}" destId="{772073AA-7F24-49DC-861D-F0569C215BD0}" srcOrd="3" destOrd="0" presId="urn:microsoft.com/office/officeart/2018/2/layout/IconLabelDescriptionList"/>
    <dgm:cxn modelId="{668989C0-4BB5-3D43-A5E0-C8435A3A14F2}" type="presParOf" srcId="{00A5EF39-4FEA-4A2C-A99A-2A9119AA3A64}" destId="{B96709D5-5A2D-4DB3-959B-42EDF13359D1}" srcOrd="4" destOrd="0" presId="urn:microsoft.com/office/officeart/2018/2/layout/IconLabelDescriptionList"/>
    <dgm:cxn modelId="{DE144343-2F4D-B145-B4D6-59A276FF64D9}" type="presParOf" srcId="{F39DDF99-73DA-424D-8B10-D31CD3DC1F55}" destId="{49DBD075-7F5F-4AC3-8DAE-6C10041DB9AA}" srcOrd="3" destOrd="0" presId="urn:microsoft.com/office/officeart/2018/2/layout/IconLabelDescriptionList"/>
    <dgm:cxn modelId="{A9A75B45-DAE3-C248-A930-220E7AB7333E}" type="presParOf" srcId="{F39DDF99-73DA-424D-8B10-D31CD3DC1F55}" destId="{36B4F94A-0B92-445E-A0F0-3D5654693827}" srcOrd="4" destOrd="0" presId="urn:microsoft.com/office/officeart/2018/2/layout/IconLabelDescriptionList"/>
    <dgm:cxn modelId="{AAF5E12F-AA18-634A-BCC1-1BE84D190973}" type="presParOf" srcId="{36B4F94A-0B92-445E-A0F0-3D5654693827}" destId="{632113BD-2380-49AB-8A75-8FCBAD14FE4D}" srcOrd="0" destOrd="0" presId="urn:microsoft.com/office/officeart/2018/2/layout/IconLabelDescriptionList"/>
    <dgm:cxn modelId="{E9D04E4B-5DD6-5842-A39C-EF9F7881E0DF}" type="presParOf" srcId="{36B4F94A-0B92-445E-A0F0-3D5654693827}" destId="{0CE365B1-6E9D-4591-B4D6-01BF86431001}" srcOrd="1" destOrd="0" presId="urn:microsoft.com/office/officeart/2018/2/layout/IconLabelDescriptionList"/>
    <dgm:cxn modelId="{C72BA978-C900-1243-9E29-8A28636099BC}" type="presParOf" srcId="{36B4F94A-0B92-445E-A0F0-3D5654693827}" destId="{366F9A06-99A5-4C08-8C86-8BAEF5626DB1}" srcOrd="2" destOrd="0" presId="urn:microsoft.com/office/officeart/2018/2/layout/IconLabelDescriptionList"/>
    <dgm:cxn modelId="{B8D2F332-F599-894A-885B-27721CC516D4}" type="presParOf" srcId="{36B4F94A-0B92-445E-A0F0-3D5654693827}" destId="{995E68EE-8B84-43DD-8071-4C9CBC753D7D}" srcOrd="3" destOrd="0" presId="urn:microsoft.com/office/officeart/2018/2/layout/IconLabelDescriptionList"/>
    <dgm:cxn modelId="{1A0E396A-36F8-354F-B356-6ABA84C990BA}" type="presParOf" srcId="{36B4F94A-0B92-445E-A0F0-3D5654693827}" destId="{32B59CBE-3AD3-4781-B1C2-A15925EA493B}" srcOrd="4" destOrd="0" presId="urn:microsoft.com/office/officeart/2018/2/layout/IconLabelDescriptionList"/>
    <dgm:cxn modelId="{2CEBAFA3-3865-B74D-A287-CB1B9B6A316A}" type="presParOf" srcId="{F39DDF99-73DA-424D-8B10-D31CD3DC1F55}" destId="{D1162C8B-BAFD-4A9C-9DFA-8140FE9C429E}" srcOrd="5" destOrd="0" presId="urn:microsoft.com/office/officeart/2018/2/layout/IconLabelDescriptionList"/>
    <dgm:cxn modelId="{D0FD0438-F70D-3E4D-837E-6E8BC3E18F5E}" type="presParOf" srcId="{F39DDF99-73DA-424D-8B10-D31CD3DC1F55}" destId="{659B9EAB-D230-4B25-8AFE-20798F0EF791}" srcOrd="6" destOrd="0" presId="urn:microsoft.com/office/officeart/2018/2/layout/IconLabelDescriptionList"/>
    <dgm:cxn modelId="{C55717C2-F233-B646-9424-DDC9A5391364}" type="presParOf" srcId="{659B9EAB-D230-4B25-8AFE-20798F0EF791}" destId="{F0A468FA-CAAA-4558-89BF-80B29EC80812}" srcOrd="0" destOrd="0" presId="urn:microsoft.com/office/officeart/2018/2/layout/IconLabelDescriptionList"/>
    <dgm:cxn modelId="{5A8F8166-ABC1-8F4B-AB1E-EBDE2B7720E5}" type="presParOf" srcId="{659B9EAB-D230-4B25-8AFE-20798F0EF791}" destId="{BD97C0D7-1883-4909-BB95-19A934BB7B6C}" srcOrd="1" destOrd="0" presId="urn:microsoft.com/office/officeart/2018/2/layout/IconLabelDescriptionList"/>
    <dgm:cxn modelId="{4A5E9A35-0A1C-5E47-BCE0-EA98ADC0A153}" type="presParOf" srcId="{659B9EAB-D230-4B25-8AFE-20798F0EF791}" destId="{C47C331C-288C-4A41-AE01-D1817A4537E0}" srcOrd="2" destOrd="0" presId="urn:microsoft.com/office/officeart/2018/2/layout/IconLabelDescriptionList"/>
    <dgm:cxn modelId="{7BAD3259-FE74-5048-B5B2-D3CD60B75DCA}" type="presParOf" srcId="{659B9EAB-D230-4B25-8AFE-20798F0EF791}" destId="{53EC26B2-F95B-4295-AAF6-ED70AC21DCC9}" srcOrd="3" destOrd="0" presId="urn:microsoft.com/office/officeart/2018/2/layout/IconLabelDescriptionList"/>
    <dgm:cxn modelId="{2F226AD8-38FC-264C-9816-2ED4E39D31F1}" type="presParOf" srcId="{659B9EAB-D230-4B25-8AFE-20798F0EF791}" destId="{02E1F426-C0E7-49A3-B6DF-9740601FAA49}" srcOrd="4" destOrd="0" presId="urn:microsoft.com/office/officeart/2018/2/layout/IconLabelDescriptionList"/>
    <dgm:cxn modelId="{27F0DBC3-7679-8A4F-ADA5-54392734BCBE}" type="presParOf" srcId="{F39DDF99-73DA-424D-8B10-D31CD3DC1F55}" destId="{55110CCC-BAB2-4A6E-A0A7-149EE094516D}" srcOrd="7" destOrd="0" presId="urn:microsoft.com/office/officeart/2018/2/layout/IconLabelDescriptionList"/>
    <dgm:cxn modelId="{D1D8493B-7F91-7240-AA4A-BF7343056BB3}" type="presParOf" srcId="{F39DDF99-73DA-424D-8B10-D31CD3DC1F55}" destId="{A1886C0F-B7E3-4AFE-BC4A-CBECAB311C95}" srcOrd="8" destOrd="0" presId="urn:microsoft.com/office/officeart/2018/2/layout/IconLabelDescriptionList"/>
    <dgm:cxn modelId="{A06605A6-8E05-1F46-8938-F7422F8D91F0}" type="presParOf" srcId="{A1886C0F-B7E3-4AFE-BC4A-CBECAB311C95}" destId="{A7A478A5-D1B5-4BBD-8A10-A2802D30393F}" srcOrd="0" destOrd="0" presId="urn:microsoft.com/office/officeart/2018/2/layout/IconLabelDescriptionList"/>
    <dgm:cxn modelId="{CAF3A7BF-4A2C-7645-834B-E32FFB312C80}" type="presParOf" srcId="{A1886C0F-B7E3-4AFE-BC4A-CBECAB311C95}" destId="{638D8044-8F92-48BF-A2B0-47C34E1D881D}" srcOrd="1" destOrd="0" presId="urn:microsoft.com/office/officeart/2018/2/layout/IconLabelDescriptionList"/>
    <dgm:cxn modelId="{34B746BE-4E23-3641-A151-9138C95D50E5}" type="presParOf" srcId="{A1886C0F-B7E3-4AFE-BC4A-CBECAB311C95}" destId="{6A0EB633-8BA8-42D1-8F2F-3B460580473B}" srcOrd="2" destOrd="0" presId="urn:microsoft.com/office/officeart/2018/2/layout/IconLabelDescriptionList"/>
    <dgm:cxn modelId="{6D6E83F5-2FEA-8047-807D-25947EF043AE}" type="presParOf" srcId="{A1886C0F-B7E3-4AFE-BC4A-CBECAB311C95}" destId="{C99E6713-9399-461A-8307-7A5C3B488D1B}" srcOrd="3" destOrd="0" presId="urn:microsoft.com/office/officeart/2018/2/layout/IconLabelDescriptionList"/>
    <dgm:cxn modelId="{AAF1CF67-B760-E04B-BED4-EA34A1DD4171}" type="presParOf" srcId="{A1886C0F-B7E3-4AFE-BC4A-CBECAB311C95}" destId="{0AC613EE-7A03-4553-9919-838CB1D402C5}"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FF14B22-A0D8-49C3-B502-EBE34469968B}" type="doc">
      <dgm:prSet loTypeId="urn:microsoft.com/office/officeart/2018/2/layout/IconLabelDescriptionList" loCatId="icon" qsTypeId="urn:microsoft.com/office/officeart/2005/8/quickstyle/simple1" qsCatId="simple" csTypeId="urn:microsoft.com/office/officeart/2018/5/colors/Iconchunking_neutralbg_accent5_2" csCatId="accent5" phldr="1"/>
      <dgm:spPr/>
      <dgm:t>
        <a:bodyPr/>
        <a:lstStyle/>
        <a:p>
          <a:endParaRPr lang="en-US"/>
        </a:p>
      </dgm:t>
    </dgm:pt>
    <dgm:pt modelId="{C622618A-3A84-49A9-9B52-62FA400A0FB1}">
      <dgm:prSet custT="1"/>
      <dgm:spPr/>
      <dgm:t>
        <a:bodyPr/>
        <a:lstStyle/>
        <a:p>
          <a:pPr>
            <a:defRPr b="1"/>
          </a:pPr>
          <a:r>
            <a:rPr lang="en-US" sz="1800" dirty="0"/>
            <a:t>All CICA Life Superior Choice voice signatures MUST be on a recorded line. </a:t>
          </a:r>
        </a:p>
      </dgm:t>
    </dgm:pt>
    <dgm:pt modelId="{ADC506AC-8C1F-4624-ADB6-CE28F1D20807}" type="parTrans" cxnId="{77EE368D-8A70-48E4-A8A6-662192C3BA4F}">
      <dgm:prSet/>
      <dgm:spPr/>
      <dgm:t>
        <a:bodyPr/>
        <a:lstStyle/>
        <a:p>
          <a:endParaRPr lang="en-US"/>
        </a:p>
      </dgm:t>
    </dgm:pt>
    <dgm:pt modelId="{EB399838-54C2-48CD-AA3C-E0D97AE9F9DD}" type="sibTrans" cxnId="{77EE368D-8A70-48E4-A8A6-662192C3BA4F}">
      <dgm:prSet/>
      <dgm:spPr/>
      <dgm:t>
        <a:bodyPr/>
        <a:lstStyle/>
        <a:p>
          <a:endParaRPr lang="en-US"/>
        </a:p>
      </dgm:t>
    </dgm:pt>
    <dgm:pt modelId="{6662FE22-0B02-4686-8265-BE3A9F5054F5}">
      <dgm:prSet custT="1"/>
      <dgm:spPr/>
      <dgm:t>
        <a:bodyPr/>
        <a:lstStyle/>
        <a:p>
          <a:pPr>
            <a:defRPr b="1"/>
          </a:pPr>
          <a:r>
            <a:rPr lang="en-US" sz="1800" dirty="0"/>
            <a:t>Call recording must be uploaded within 24 hours of completing the application.</a:t>
          </a:r>
        </a:p>
      </dgm:t>
    </dgm:pt>
    <dgm:pt modelId="{EF260F42-12AE-477B-BA47-FEFFDD9F1EEE}" type="parTrans" cxnId="{10499871-C19C-4D83-B09D-D39D07BE1FD3}">
      <dgm:prSet/>
      <dgm:spPr/>
      <dgm:t>
        <a:bodyPr/>
        <a:lstStyle/>
        <a:p>
          <a:endParaRPr lang="en-US"/>
        </a:p>
      </dgm:t>
    </dgm:pt>
    <dgm:pt modelId="{9B517B4A-8EBA-4EDE-A44F-8FF9FFC0AC0E}" type="sibTrans" cxnId="{10499871-C19C-4D83-B09D-D39D07BE1FD3}">
      <dgm:prSet/>
      <dgm:spPr/>
      <dgm:t>
        <a:bodyPr/>
        <a:lstStyle/>
        <a:p>
          <a:endParaRPr lang="en-US"/>
        </a:p>
      </dgm:t>
    </dgm:pt>
    <dgm:pt modelId="{10897A62-9D77-4799-93BF-3CF748AFA76E}">
      <dgm:prSet custT="1"/>
      <dgm:spPr/>
      <dgm:t>
        <a:bodyPr/>
        <a:lstStyle/>
        <a:p>
          <a:pPr>
            <a:defRPr b="1"/>
          </a:pPr>
          <a:r>
            <a:rPr lang="en-US" sz="1800" dirty="0"/>
            <a:t>Do not need to trim the call recording, it can be the full presentation. </a:t>
          </a:r>
        </a:p>
      </dgm:t>
    </dgm:pt>
    <dgm:pt modelId="{23A3EC18-D9B2-4E40-886A-FABA90674091}" type="parTrans" cxnId="{29D6894B-91FD-427F-8122-10C57D301A18}">
      <dgm:prSet/>
      <dgm:spPr/>
      <dgm:t>
        <a:bodyPr/>
        <a:lstStyle/>
        <a:p>
          <a:endParaRPr lang="en-US"/>
        </a:p>
      </dgm:t>
    </dgm:pt>
    <dgm:pt modelId="{1C4350AA-A714-4260-8304-8A0B4D8CDCB1}" type="sibTrans" cxnId="{29D6894B-91FD-427F-8122-10C57D301A18}">
      <dgm:prSet/>
      <dgm:spPr/>
      <dgm:t>
        <a:bodyPr/>
        <a:lstStyle/>
        <a:p>
          <a:endParaRPr lang="en-US"/>
        </a:p>
      </dgm:t>
    </dgm:pt>
    <dgm:pt modelId="{BB1B0A55-A359-4B2A-831C-1CFE7B69456F}">
      <dgm:prSet custT="1"/>
      <dgm:spPr/>
      <dgm:t>
        <a:bodyPr/>
        <a:lstStyle/>
        <a:p>
          <a:pPr>
            <a:defRPr b="1"/>
          </a:pPr>
          <a:r>
            <a:rPr lang="en-US" sz="1800" dirty="0"/>
            <a:t>Call must include all client information, health questions, disclosures, HIPPA statement, replacement questions if applicable, and voice signature.</a:t>
          </a:r>
        </a:p>
      </dgm:t>
    </dgm:pt>
    <dgm:pt modelId="{1D5BDC7E-84B6-4F9E-BF0F-1ED2F6459A9C}" type="parTrans" cxnId="{9C3328AB-8E07-4B1C-9CF5-0BDE93DBAAB1}">
      <dgm:prSet/>
      <dgm:spPr/>
      <dgm:t>
        <a:bodyPr/>
        <a:lstStyle/>
        <a:p>
          <a:endParaRPr lang="en-US"/>
        </a:p>
      </dgm:t>
    </dgm:pt>
    <dgm:pt modelId="{478BD850-9FDC-405A-A495-E357FA836914}" type="sibTrans" cxnId="{9C3328AB-8E07-4B1C-9CF5-0BDE93DBAAB1}">
      <dgm:prSet/>
      <dgm:spPr/>
      <dgm:t>
        <a:bodyPr/>
        <a:lstStyle/>
        <a:p>
          <a:endParaRPr lang="en-US"/>
        </a:p>
      </dgm:t>
    </dgm:pt>
    <dgm:pt modelId="{6284E2B3-CBF2-4E1E-8423-6B1C6F52FED9}">
      <dgm:prSet/>
      <dgm:spPr/>
      <dgm:t>
        <a:bodyPr/>
        <a:lstStyle/>
        <a:p>
          <a:pPr>
            <a:defRPr b="1"/>
          </a:pPr>
          <a:r>
            <a:rPr lang="en-US" dirty="0"/>
            <a:t>Recording ID requested on the application MUST be the insureds full telephone number followed by the date and must match the label of the upload. </a:t>
          </a:r>
        </a:p>
      </dgm:t>
    </dgm:pt>
    <dgm:pt modelId="{951266D0-3FEB-44B0-AC13-39FF9B84F0FD}" type="parTrans" cxnId="{6C2D04CA-B83B-45E4-8BCB-52905BEEE8C2}">
      <dgm:prSet/>
      <dgm:spPr/>
      <dgm:t>
        <a:bodyPr/>
        <a:lstStyle/>
        <a:p>
          <a:endParaRPr lang="en-US"/>
        </a:p>
      </dgm:t>
    </dgm:pt>
    <dgm:pt modelId="{B1449111-1F2B-49D3-800B-44D977097351}" type="sibTrans" cxnId="{6C2D04CA-B83B-45E4-8BCB-52905BEEE8C2}">
      <dgm:prSet/>
      <dgm:spPr/>
      <dgm:t>
        <a:bodyPr/>
        <a:lstStyle/>
        <a:p>
          <a:endParaRPr lang="en-US"/>
        </a:p>
      </dgm:t>
    </dgm:pt>
    <dgm:pt modelId="{D448D94E-77D1-43DF-904B-78F305967E75}">
      <dgm:prSet custT="1"/>
      <dgm:spPr/>
      <dgm:t>
        <a:bodyPr/>
        <a:lstStyle/>
        <a:p>
          <a:r>
            <a:rPr lang="en-US" sz="1600" dirty="0"/>
            <a:t>         (8502283234-12/01/23)</a:t>
          </a:r>
        </a:p>
      </dgm:t>
    </dgm:pt>
    <dgm:pt modelId="{F2AA12BB-3F1F-48DD-AC95-1DE1ACC538A9}" type="parTrans" cxnId="{0A2B17A0-5EEE-4307-83F4-2BF81DA37CBF}">
      <dgm:prSet/>
      <dgm:spPr/>
      <dgm:t>
        <a:bodyPr/>
        <a:lstStyle/>
        <a:p>
          <a:endParaRPr lang="en-US"/>
        </a:p>
      </dgm:t>
    </dgm:pt>
    <dgm:pt modelId="{AF967424-FA71-49AE-A29D-9FA193EBE1CD}" type="sibTrans" cxnId="{0A2B17A0-5EEE-4307-83F4-2BF81DA37CBF}">
      <dgm:prSet/>
      <dgm:spPr/>
      <dgm:t>
        <a:bodyPr/>
        <a:lstStyle/>
        <a:p>
          <a:endParaRPr lang="en-US"/>
        </a:p>
      </dgm:t>
    </dgm:pt>
    <dgm:pt modelId="{F39DDF99-73DA-424D-8B10-D31CD3DC1F55}" type="pres">
      <dgm:prSet presAssocID="{0FF14B22-A0D8-49C3-B502-EBE34469968B}" presName="root" presStyleCnt="0">
        <dgm:presLayoutVars>
          <dgm:dir/>
          <dgm:resizeHandles val="exact"/>
        </dgm:presLayoutVars>
      </dgm:prSet>
      <dgm:spPr/>
    </dgm:pt>
    <dgm:pt modelId="{F791FBAA-C620-4777-AEB0-4183FF141FD3}" type="pres">
      <dgm:prSet presAssocID="{C622618A-3A84-49A9-9B52-62FA400A0FB1}" presName="compNode" presStyleCnt="0"/>
      <dgm:spPr/>
    </dgm:pt>
    <dgm:pt modelId="{5301117D-7241-472C-B7F3-D231BAF4D6B3}" type="pres">
      <dgm:prSet presAssocID="{C622618A-3A84-49A9-9B52-62FA400A0FB1}"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ncil"/>
        </a:ext>
      </dgm:extLst>
    </dgm:pt>
    <dgm:pt modelId="{C43E07D1-AAA9-4205-AB4D-3B59387B4467}" type="pres">
      <dgm:prSet presAssocID="{C622618A-3A84-49A9-9B52-62FA400A0FB1}" presName="iconSpace" presStyleCnt="0"/>
      <dgm:spPr/>
    </dgm:pt>
    <dgm:pt modelId="{C01531F8-CF62-4028-A4FE-2E263182C1AD}" type="pres">
      <dgm:prSet presAssocID="{C622618A-3A84-49A9-9B52-62FA400A0FB1}" presName="parTx" presStyleLbl="revTx" presStyleIdx="0" presStyleCnt="10">
        <dgm:presLayoutVars>
          <dgm:chMax val="0"/>
          <dgm:chPref val="0"/>
        </dgm:presLayoutVars>
      </dgm:prSet>
      <dgm:spPr/>
    </dgm:pt>
    <dgm:pt modelId="{5B87D303-B915-4905-83F6-C3CE097BB33F}" type="pres">
      <dgm:prSet presAssocID="{C622618A-3A84-49A9-9B52-62FA400A0FB1}" presName="txSpace" presStyleCnt="0"/>
      <dgm:spPr/>
    </dgm:pt>
    <dgm:pt modelId="{67C01EC1-DE30-4DD8-9071-C96D8722D8F0}" type="pres">
      <dgm:prSet presAssocID="{C622618A-3A84-49A9-9B52-62FA400A0FB1}" presName="desTx" presStyleLbl="revTx" presStyleIdx="1" presStyleCnt="10">
        <dgm:presLayoutVars/>
      </dgm:prSet>
      <dgm:spPr/>
    </dgm:pt>
    <dgm:pt modelId="{004B29FE-0D2C-4805-9963-412DCC7CA637}" type="pres">
      <dgm:prSet presAssocID="{EB399838-54C2-48CD-AA3C-E0D97AE9F9DD}" presName="sibTrans" presStyleCnt="0"/>
      <dgm:spPr/>
    </dgm:pt>
    <dgm:pt modelId="{00A5EF39-4FEA-4A2C-A99A-2A9119AA3A64}" type="pres">
      <dgm:prSet presAssocID="{6662FE22-0B02-4686-8265-BE3A9F5054F5}" presName="compNode" presStyleCnt="0"/>
      <dgm:spPr/>
    </dgm:pt>
    <dgm:pt modelId="{7A2A6024-A78A-48C6-9DD8-43CDBC65B119}" type="pres">
      <dgm:prSet presAssocID="{6662FE22-0B02-4686-8265-BE3A9F5054F5}"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peaker Phone"/>
        </a:ext>
      </dgm:extLst>
    </dgm:pt>
    <dgm:pt modelId="{EE7A2E83-E869-474E-8F4B-7D49E91F298C}" type="pres">
      <dgm:prSet presAssocID="{6662FE22-0B02-4686-8265-BE3A9F5054F5}" presName="iconSpace" presStyleCnt="0"/>
      <dgm:spPr/>
    </dgm:pt>
    <dgm:pt modelId="{6A4A882A-375E-4BE9-A884-C06EFE9E13E3}" type="pres">
      <dgm:prSet presAssocID="{6662FE22-0B02-4686-8265-BE3A9F5054F5}" presName="parTx" presStyleLbl="revTx" presStyleIdx="2" presStyleCnt="10">
        <dgm:presLayoutVars>
          <dgm:chMax val="0"/>
          <dgm:chPref val="0"/>
        </dgm:presLayoutVars>
      </dgm:prSet>
      <dgm:spPr/>
    </dgm:pt>
    <dgm:pt modelId="{772073AA-7F24-49DC-861D-F0569C215BD0}" type="pres">
      <dgm:prSet presAssocID="{6662FE22-0B02-4686-8265-BE3A9F5054F5}" presName="txSpace" presStyleCnt="0"/>
      <dgm:spPr/>
    </dgm:pt>
    <dgm:pt modelId="{B96709D5-5A2D-4DB3-959B-42EDF13359D1}" type="pres">
      <dgm:prSet presAssocID="{6662FE22-0B02-4686-8265-BE3A9F5054F5}" presName="desTx" presStyleLbl="revTx" presStyleIdx="3" presStyleCnt="10">
        <dgm:presLayoutVars/>
      </dgm:prSet>
      <dgm:spPr/>
    </dgm:pt>
    <dgm:pt modelId="{49DBD075-7F5F-4AC3-8DAE-6C10041DB9AA}" type="pres">
      <dgm:prSet presAssocID="{9B517B4A-8EBA-4EDE-A44F-8FF9FFC0AC0E}" presName="sibTrans" presStyleCnt="0"/>
      <dgm:spPr/>
    </dgm:pt>
    <dgm:pt modelId="{36B4F94A-0B92-445E-A0F0-3D5654693827}" type="pres">
      <dgm:prSet presAssocID="{10897A62-9D77-4799-93BF-3CF748AFA76E}" presName="compNode" presStyleCnt="0"/>
      <dgm:spPr/>
    </dgm:pt>
    <dgm:pt modelId="{632113BD-2380-49AB-8A75-8FCBAD14FE4D}" type="pres">
      <dgm:prSet presAssocID="{10897A62-9D77-4799-93BF-3CF748AFA76E}"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VD player"/>
        </a:ext>
      </dgm:extLst>
    </dgm:pt>
    <dgm:pt modelId="{0CE365B1-6E9D-4591-B4D6-01BF86431001}" type="pres">
      <dgm:prSet presAssocID="{10897A62-9D77-4799-93BF-3CF748AFA76E}" presName="iconSpace" presStyleCnt="0"/>
      <dgm:spPr/>
    </dgm:pt>
    <dgm:pt modelId="{366F9A06-99A5-4C08-8C86-8BAEF5626DB1}" type="pres">
      <dgm:prSet presAssocID="{10897A62-9D77-4799-93BF-3CF748AFA76E}" presName="parTx" presStyleLbl="revTx" presStyleIdx="4" presStyleCnt="10">
        <dgm:presLayoutVars>
          <dgm:chMax val="0"/>
          <dgm:chPref val="0"/>
        </dgm:presLayoutVars>
      </dgm:prSet>
      <dgm:spPr/>
    </dgm:pt>
    <dgm:pt modelId="{995E68EE-8B84-43DD-8071-4C9CBC753D7D}" type="pres">
      <dgm:prSet presAssocID="{10897A62-9D77-4799-93BF-3CF748AFA76E}" presName="txSpace" presStyleCnt="0"/>
      <dgm:spPr/>
    </dgm:pt>
    <dgm:pt modelId="{32B59CBE-3AD3-4781-B1C2-A15925EA493B}" type="pres">
      <dgm:prSet presAssocID="{10897A62-9D77-4799-93BF-3CF748AFA76E}" presName="desTx" presStyleLbl="revTx" presStyleIdx="5" presStyleCnt="10">
        <dgm:presLayoutVars/>
      </dgm:prSet>
      <dgm:spPr/>
    </dgm:pt>
    <dgm:pt modelId="{D1162C8B-BAFD-4A9C-9DFA-8140FE9C429E}" type="pres">
      <dgm:prSet presAssocID="{1C4350AA-A714-4260-8304-8A0B4D8CDCB1}" presName="sibTrans" presStyleCnt="0"/>
      <dgm:spPr/>
    </dgm:pt>
    <dgm:pt modelId="{659B9EAB-D230-4B25-8AFE-20798F0EF791}" type="pres">
      <dgm:prSet presAssocID="{BB1B0A55-A359-4B2A-831C-1CFE7B69456F}" presName="compNode" presStyleCnt="0"/>
      <dgm:spPr/>
    </dgm:pt>
    <dgm:pt modelId="{F0A468FA-CAAA-4558-89BF-80B29EC80812}" type="pres">
      <dgm:prSet presAssocID="{BB1B0A55-A359-4B2A-831C-1CFE7B69456F}"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ign Language"/>
        </a:ext>
      </dgm:extLst>
    </dgm:pt>
    <dgm:pt modelId="{BD97C0D7-1883-4909-BB95-19A934BB7B6C}" type="pres">
      <dgm:prSet presAssocID="{BB1B0A55-A359-4B2A-831C-1CFE7B69456F}" presName="iconSpace" presStyleCnt="0"/>
      <dgm:spPr/>
    </dgm:pt>
    <dgm:pt modelId="{C47C331C-288C-4A41-AE01-D1817A4537E0}" type="pres">
      <dgm:prSet presAssocID="{BB1B0A55-A359-4B2A-831C-1CFE7B69456F}" presName="parTx" presStyleLbl="revTx" presStyleIdx="6" presStyleCnt="10">
        <dgm:presLayoutVars>
          <dgm:chMax val="0"/>
          <dgm:chPref val="0"/>
        </dgm:presLayoutVars>
      </dgm:prSet>
      <dgm:spPr/>
    </dgm:pt>
    <dgm:pt modelId="{53EC26B2-F95B-4295-AAF6-ED70AC21DCC9}" type="pres">
      <dgm:prSet presAssocID="{BB1B0A55-A359-4B2A-831C-1CFE7B69456F}" presName="txSpace" presStyleCnt="0"/>
      <dgm:spPr/>
    </dgm:pt>
    <dgm:pt modelId="{02E1F426-C0E7-49A3-B6DF-9740601FAA49}" type="pres">
      <dgm:prSet presAssocID="{BB1B0A55-A359-4B2A-831C-1CFE7B69456F}" presName="desTx" presStyleLbl="revTx" presStyleIdx="7" presStyleCnt="10">
        <dgm:presLayoutVars/>
      </dgm:prSet>
      <dgm:spPr/>
    </dgm:pt>
    <dgm:pt modelId="{55110CCC-BAB2-4A6E-A0A7-149EE094516D}" type="pres">
      <dgm:prSet presAssocID="{478BD850-9FDC-405A-A495-E357FA836914}" presName="sibTrans" presStyleCnt="0"/>
      <dgm:spPr/>
    </dgm:pt>
    <dgm:pt modelId="{A1886C0F-B7E3-4AFE-BC4A-CBECAB311C95}" type="pres">
      <dgm:prSet presAssocID="{6284E2B3-CBF2-4E1E-8423-6B1C6F52FED9}" presName="compNode" presStyleCnt="0"/>
      <dgm:spPr/>
    </dgm:pt>
    <dgm:pt modelId="{A7A478A5-D1B5-4BBD-8A10-A2802D30393F}" type="pres">
      <dgm:prSet presAssocID="{6284E2B3-CBF2-4E1E-8423-6B1C6F52FED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heckmark"/>
        </a:ext>
      </dgm:extLst>
    </dgm:pt>
    <dgm:pt modelId="{638D8044-8F92-48BF-A2B0-47C34E1D881D}" type="pres">
      <dgm:prSet presAssocID="{6284E2B3-CBF2-4E1E-8423-6B1C6F52FED9}" presName="iconSpace" presStyleCnt="0"/>
      <dgm:spPr/>
    </dgm:pt>
    <dgm:pt modelId="{6A0EB633-8BA8-42D1-8F2F-3B460580473B}" type="pres">
      <dgm:prSet presAssocID="{6284E2B3-CBF2-4E1E-8423-6B1C6F52FED9}" presName="parTx" presStyleLbl="revTx" presStyleIdx="8" presStyleCnt="10">
        <dgm:presLayoutVars>
          <dgm:chMax val="0"/>
          <dgm:chPref val="0"/>
        </dgm:presLayoutVars>
      </dgm:prSet>
      <dgm:spPr/>
    </dgm:pt>
    <dgm:pt modelId="{C99E6713-9399-461A-8307-7A5C3B488D1B}" type="pres">
      <dgm:prSet presAssocID="{6284E2B3-CBF2-4E1E-8423-6B1C6F52FED9}" presName="txSpace" presStyleCnt="0"/>
      <dgm:spPr/>
    </dgm:pt>
    <dgm:pt modelId="{0AC613EE-7A03-4553-9919-838CB1D402C5}" type="pres">
      <dgm:prSet presAssocID="{6284E2B3-CBF2-4E1E-8423-6B1C6F52FED9}" presName="desTx" presStyleLbl="revTx" presStyleIdx="9" presStyleCnt="10" custAng="0" custFlipVert="0" custScaleX="138293" custScaleY="106980" custLinFactNeighborX="17710" custLinFactNeighborY="-55423">
        <dgm:presLayoutVars/>
      </dgm:prSet>
      <dgm:spPr/>
    </dgm:pt>
  </dgm:ptLst>
  <dgm:cxnLst>
    <dgm:cxn modelId="{41E1EC08-B5D5-2B46-B646-54CD4C5E55BF}" type="presOf" srcId="{6284E2B3-CBF2-4E1E-8423-6B1C6F52FED9}" destId="{6A0EB633-8BA8-42D1-8F2F-3B460580473B}" srcOrd="0" destOrd="0" presId="urn:microsoft.com/office/officeart/2018/2/layout/IconLabelDescriptionList"/>
    <dgm:cxn modelId="{29D6894B-91FD-427F-8122-10C57D301A18}" srcId="{0FF14B22-A0D8-49C3-B502-EBE34469968B}" destId="{10897A62-9D77-4799-93BF-3CF748AFA76E}" srcOrd="2" destOrd="0" parTransId="{23A3EC18-D9B2-4E40-886A-FABA90674091}" sibTransId="{1C4350AA-A714-4260-8304-8A0B4D8CDCB1}"/>
    <dgm:cxn modelId="{3E000659-6393-6E47-B69C-933F288D5FD3}" type="presOf" srcId="{D448D94E-77D1-43DF-904B-78F305967E75}" destId="{0AC613EE-7A03-4553-9919-838CB1D402C5}" srcOrd="0" destOrd="0" presId="urn:microsoft.com/office/officeart/2018/2/layout/IconLabelDescriptionList"/>
    <dgm:cxn modelId="{10499871-C19C-4D83-B09D-D39D07BE1FD3}" srcId="{0FF14B22-A0D8-49C3-B502-EBE34469968B}" destId="{6662FE22-0B02-4686-8265-BE3A9F5054F5}" srcOrd="1" destOrd="0" parTransId="{EF260F42-12AE-477B-BA47-FEFFDD9F1EEE}" sibTransId="{9B517B4A-8EBA-4EDE-A44F-8FF9FFC0AC0E}"/>
    <dgm:cxn modelId="{58E33175-FD21-8144-814D-634ED245B108}" type="presOf" srcId="{C622618A-3A84-49A9-9B52-62FA400A0FB1}" destId="{C01531F8-CF62-4028-A4FE-2E263182C1AD}" srcOrd="0" destOrd="0" presId="urn:microsoft.com/office/officeart/2018/2/layout/IconLabelDescriptionList"/>
    <dgm:cxn modelId="{9EBE4977-697C-F847-A0DC-0721F91C1E03}" type="presOf" srcId="{10897A62-9D77-4799-93BF-3CF748AFA76E}" destId="{366F9A06-99A5-4C08-8C86-8BAEF5626DB1}" srcOrd="0" destOrd="0" presId="urn:microsoft.com/office/officeart/2018/2/layout/IconLabelDescriptionList"/>
    <dgm:cxn modelId="{6A96587A-130C-F24C-99B1-3EDC18ADA510}" type="presOf" srcId="{0FF14B22-A0D8-49C3-B502-EBE34469968B}" destId="{F39DDF99-73DA-424D-8B10-D31CD3DC1F55}" srcOrd="0" destOrd="0" presId="urn:microsoft.com/office/officeart/2018/2/layout/IconLabelDescriptionList"/>
    <dgm:cxn modelId="{77EE368D-8A70-48E4-A8A6-662192C3BA4F}" srcId="{0FF14B22-A0D8-49C3-B502-EBE34469968B}" destId="{C622618A-3A84-49A9-9B52-62FA400A0FB1}" srcOrd="0" destOrd="0" parTransId="{ADC506AC-8C1F-4624-ADB6-CE28F1D20807}" sibTransId="{EB399838-54C2-48CD-AA3C-E0D97AE9F9DD}"/>
    <dgm:cxn modelId="{FAA4E58D-479C-434E-8CAB-20194A8986A3}" type="presOf" srcId="{6662FE22-0B02-4686-8265-BE3A9F5054F5}" destId="{6A4A882A-375E-4BE9-A884-C06EFE9E13E3}" srcOrd="0" destOrd="0" presId="urn:microsoft.com/office/officeart/2018/2/layout/IconLabelDescriptionList"/>
    <dgm:cxn modelId="{0A2B17A0-5EEE-4307-83F4-2BF81DA37CBF}" srcId="{6284E2B3-CBF2-4E1E-8423-6B1C6F52FED9}" destId="{D448D94E-77D1-43DF-904B-78F305967E75}" srcOrd="0" destOrd="0" parTransId="{F2AA12BB-3F1F-48DD-AC95-1DE1ACC538A9}" sibTransId="{AF967424-FA71-49AE-A29D-9FA193EBE1CD}"/>
    <dgm:cxn modelId="{9C3328AB-8E07-4B1C-9CF5-0BDE93DBAAB1}" srcId="{0FF14B22-A0D8-49C3-B502-EBE34469968B}" destId="{BB1B0A55-A359-4B2A-831C-1CFE7B69456F}" srcOrd="3" destOrd="0" parTransId="{1D5BDC7E-84B6-4F9E-BF0F-1ED2F6459A9C}" sibTransId="{478BD850-9FDC-405A-A495-E357FA836914}"/>
    <dgm:cxn modelId="{6C2D04CA-B83B-45E4-8BCB-52905BEEE8C2}" srcId="{0FF14B22-A0D8-49C3-B502-EBE34469968B}" destId="{6284E2B3-CBF2-4E1E-8423-6B1C6F52FED9}" srcOrd="4" destOrd="0" parTransId="{951266D0-3FEB-44B0-AC13-39FF9B84F0FD}" sibTransId="{B1449111-1F2B-49D3-800B-44D977097351}"/>
    <dgm:cxn modelId="{1B2CEFD4-BB9A-DD46-B929-F1BD137A71D0}" type="presOf" srcId="{BB1B0A55-A359-4B2A-831C-1CFE7B69456F}" destId="{C47C331C-288C-4A41-AE01-D1817A4537E0}" srcOrd="0" destOrd="0" presId="urn:microsoft.com/office/officeart/2018/2/layout/IconLabelDescriptionList"/>
    <dgm:cxn modelId="{4931E3F8-DC21-7441-B03B-D0C400BD7BBA}" type="presParOf" srcId="{F39DDF99-73DA-424D-8B10-D31CD3DC1F55}" destId="{F791FBAA-C620-4777-AEB0-4183FF141FD3}" srcOrd="0" destOrd="0" presId="urn:microsoft.com/office/officeart/2018/2/layout/IconLabelDescriptionList"/>
    <dgm:cxn modelId="{910EC577-149D-DA42-B915-2A22069A497F}" type="presParOf" srcId="{F791FBAA-C620-4777-AEB0-4183FF141FD3}" destId="{5301117D-7241-472C-B7F3-D231BAF4D6B3}" srcOrd="0" destOrd="0" presId="urn:microsoft.com/office/officeart/2018/2/layout/IconLabelDescriptionList"/>
    <dgm:cxn modelId="{B8A1A030-FE4A-0E45-A5F0-201306DB226A}" type="presParOf" srcId="{F791FBAA-C620-4777-AEB0-4183FF141FD3}" destId="{C43E07D1-AAA9-4205-AB4D-3B59387B4467}" srcOrd="1" destOrd="0" presId="urn:microsoft.com/office/officeart/2018/2/layout/IconLabelDescriptionList"/>
    <dgm:cxn modelId="{7A5DA529-0853-ED49-9239-F7BFC23DD4DE}" type="presParOf" srcId="{F791FBAA-C620-4777-AEB0-4183FF141FD3}" destId="{C01531F8-CF62-4028-A4FE-2E263182C1AD}" srcOrd="2" destOrd="0" presId="urn:microsoft.com/office/officeart/2018/2/layout/IconLabelDescriptionList"/>
    <dgm:cxn modelId="{0964EEEB-CA02-504D-87CE-72427F98CC59}" type="presParOf" srcId="{F791FBAA-C620-4777-AEB0-4183FF141FD3}" destId="{5B87D303-B915-4905-83F6-C3CE097BB33F}" srcOrd="3" destOrd="0" presId="urn:microsoft.com/office/officeart/2018/2/layout/IconLabelDescriptionList"/>
    <dgm:cxn modelId="{288F5563-320C-F548-B9F2-37F3C2A34DE0}" type="presParOf" srcId="{F791FBAA-C620-4777-AEB0-4183FF141FD3}" destId="{67C01EC1-DE30-4DD8-9071-C96D8722D8F0}" srcOrd="4" destOrd="0" presId="urn:microsoft.com/office/officeart/2018/2/layout/IconLabelDescriptionList"/>
    <dgm:cxn modelId="{DD5D6877-BF73-5C4F-9282-EF736C6456E0}" type="presParOf" srcId="{F39DDF99-73DA-424D-8B10-D31CD3DC1F55}" destId="{004B29FE-0D2C-4805-9963-412DCC7CA637}" srcOrd="1" destOrd="0" presId="urn:microsoft.com/office/officeart/2018/2/layout/IconLabelDescriptionList"/>
    <dgm:cxn modelId="{4CEBB539-52C4-064E-B6AB-CE357D5A5A69}" type="presParOf" srcId="{F39DDF99-73DA-424D-8B10-D31CD3DC1F55}" destId="{00A5EF39-4FEA-4A2C-A99A-2A9119AA3A64}" srcOrd="2" destOrd="0" presId="urn:microsoft.com/office/officeart/2018/2/layout/IconLabelDescriptionList"/>
    <dgm:cxn modelId="{85E35A30-C6E4-244B-8F47-A7DC859BFFCC}" type="presParOf" srcId="{00A5EF39-4FEA-4A2C-A99A-2A9119AA3A64}" destId="{7A2A6024-A78A-48C6-9DD8-43CDBC65B119}" srcOrd="0" destOrd="0" presId="urn:microsoft.com/office/officeart/2018/2/layout/IconLabelDescriptionList"/>
    <dgm:cxn modelId="{558CCBEA-B4AA-F14A-8B4F-CADCFC434C0C}" type="presParOf" srcId="{00A5EF39-4FEA-4A2C-A99A-2A9119AA3A64}" destId="{EE7A2E83-E869-474E-8F4B-7D49E91F298C}" srcOrd="1" destOrd="0" presId="urn:microsoft.com/office/officeart/2018/2/layout/IconLabelDescriptionList"/>
    <dgm:cxn modelId="{EEAD9220-DB74-4342-BAFC-CF3D6281FECB}" type="presParOf" srcId="{00A5EF39-4FEA-4A2C-A99A-2A9119AA3A64}" destId="{6A4A882A-375E-4BE9-A884-C06EFE9E13E3}" srcOrd="2" destOrd="0" presId="urn:microsoft.com/office/officeart/2018/2/layout/IconLabelDescriptionList"/>
    <dgm:cxn modelId="{C4FF2A66-D477-E540-BFDF-DC7C8198D45E}" type="presParOf" srcId="{00A5EF39-4FEA-4A2C-A99A-2A9119AA3A64}" destId="{772073AA-7F24-49DC-861D-F0569C215BD0}" srcOrd="3" destOrd="0" presId="urn:microsoft.com/office/officeart/2018/2/layout/IconLabelDescriptionList"/>
    <dgm:cxn modelId="{668989C0-4BB5-3D43-A5E0-C8435A3A14F2}" type="presParOf" srcId="{00A5EF39-4FEA-4A2C-A99A-2A9119AA3A64}" destId="{B96709D5-5A2D-4DB3-959B-42EDF13359D1}" srcOrd="4" destOrd="0" presId="urn:microsoft.com/office/officeart/2018/2/layout/IconLabelDescriptionList"/>
    <dgm:cxn modelId="{DE144343-2F4D-B145-B4D6-59A276FF64D9}" type="presParOf" srcId="{F39DDF99-73DA-424D-8B10-D31CD3DC1F55}" destId="{49DBD075-7F5F-4AC3-8DAE-6C10041DB9AA}" srcOrd="3" destOrd="0" presId="urn:microsoft.com/office/officeart/2018/2/layout/IconLabelDescriptionList"/>
    <dgm:cxn modelId="{A9A75B45-DAE3-C248-A930-220E7AB7333E}" type="presParOf" srcId="{F39DDF99-73DA-424D-8B10-D31CD3DC1F55}" destId="{36B4F94A-0B92-445E-A0F0-3D5654693827}" srcOrd="4" destOrd="0" presId="urn:microsoft.com/office/officeart/2018/2/layout/IconLabelDescriptionList"/>
    <dgm:cxn modelId="{AAF5E12F-AA18-634A-BCC1-1BE84D190973}" type="presParOf" srcId="{36B4F94A-0B92-445E-A0F0-3D5654693827}" destId="{632113BD-2380-49AB-8A75-8FCBAD14FE4D}" srcOrd="0" destOrd="0" presId="urn:microsoft.com/office/officeart/2018/2/layout/IconLabelDescriptionList"/>
    <dgm:cxn modelId="{E9D04E4B-5DD6-5842-A39C-EF9F7881E0DF}" type="presParOf" srcId="{36B4F94A-0B92-445E-A0F0-3D5654693827}" destId="{0CE365B1-6E9D-4591-B4D6-01BF86431001}" srcOrd="1" destOrd="0" presId="urn:microsoft.com/office/officeart/2018/2/layout/IconLabelDescriptionList"/>
    <dgm:cxn modelId="{C72BA978-C900-1243-9E29-8A28636099BC}" type="presParOf" srcId="{36B4F94A-0B92-445E-A0F0-3D5654693827}" destId="{366F9A06-99A5-4C08-8C86-8BAEF5626DB1}" srcOrd="2" destOrd="0" presId="urn:microsoft.com/office/officeart/2018/2/layout/IconLabelDescriptionList"/>
    <dgm:cxn modelId="{B8D2F332-F599-894A-885B-27721CC516D4}" type="presParOf" srcId="{36B4F94A-0B92-445E-A0F0-3D5654693827}" destId="{995E68EE-8B84-43DD-8071-4C9CBC753D7D}" srcOrd="3" destOrd="0" presId="urn:microsoft.com/office/officeart/2018/2/layout/IconLabelDescriptionList"/>
    <dgm:cxn modelId="{1A0E396A-36F8-354F-B356-6ABA84C990BA}" type="presParOf" srcId="{36B4F94A-0B92-445E-A0F0-3D5654693827}" destId="{32B59CBE-3AD3-4781-B1C2-A15925EA493B}" srcOrd="4" destOrd="0" presId="urn:microsoft.com/office/officeart/2018/2/layout/IconLabelDescriptionList"/>
    <dgm:cxn modelId="{2CEBAFA3-3865-B74D-A287-CB1B9B6A316A}" type="presParOf" srcId="{F39DDF99-73DA-424D-8B10-D31CD3DC1F55}" destId="{D1162C8B-BAFD-4A9C-9DFA-8140FE9C429E}" srcOrd="5" destOrd="0" presId="urn:microsoft.com/office/officeart/2018/2/layout/IconLabelDescriptionList"/>
    <dgm:cxn modelId="{D0FD0438-F70D-3E4D-837E-6E8BC3E18F5E}" type="presParOf" srcId="{F39DDF99-73DA-424D-8B10-D31CD3DC1F55}" destId="{659B9EAB-D230-4B25-8AFE-20798F0EF791}" srcOrd="6" destOrd="0" presId="urn:microsoft.com/office/officeart/2018/2/layout/IconLabelDescriptionList"/>
    <dgm:cxn modelId="{C55717C2-F233-B646-9424-DDC9A5391364}" type="presParOf" srcId="{659B9EAB-D230-4B25-8AFE-20798F0EF791}" destId="{F0A468FA-CAAA-4558-89BF-80B29EC80812}" srcOrd="0" destOrd="0" presId="urn:microsoft.com/office/officeart/2018/2/layout/IconLabelDescriptionList"/>
    <dgm:cxn modelId="{5A8F8166-ABC1-8F4B-AB1E-EBDE2B7720E5}" type="presParOf" srcId="{659B9EAB-D230-4B25-8AFE-20798F0EF791}" destId="{BD97C0D7-1883-4909-BB95-19A934BB7B6C}" srcOrd="1" destOrd="0" presId="urn:microsoft.com/office/officeart/2018/2/layout/IconLabelDescriptionList"/>
    <dgm:cxn modelId="{4A5E9A35-0A1C-5E47-BCE0-EA98ADC0A153}" type="presParOf" srcId="{659B9EAB-D230-4B25-8AFE-20798F0EF791}" destId="{C47C331C-288C-4A41-AE01-D1817A4537E0}" srcOrd="2" destOrd="0" presId="urn:microsoft.com/office/officeart/2018/2/layout/IconLabelDescriptionList"/>
    <dgm:cxn modelId="{7BAD3259-FE74-5048-B5B2-D3CD60B75DCA}" type="presParOf" srcId="{659B9EAB-D230-4B25-8AFE-20798F0EF791}" destId="{53EC26B2-F95B-4295-AAF6-ED70AC21DCC9}" srcOrd="3" destOrd="0" presId="urn:microsoft.com/office/officeart/2018/2/layout/IconLabelDescriptionList"/>
    <dgm:cxn modelId="{2F226AD8-38FC-264C-9816-2ED4E39D31F1}" type="presParOf" srcId="{659B9EAB-D230-4B25-8AFE-20798F0EF791}" destId="{02E1F426-C0E7-49A3-B6DF-9740601FAA49}" srcOrd="4" destOrd="0" presId="urn:microsoft.com/office/officeart/2018/2/layout/IconLabelDescriptionList"/>
    <dgm:cxn modelId="{27F0DBC3-7679-8A4F-ADA5-54392734BCBE}" type="presParOf" srcId="{F39DDF99-73DA-424D-8B10-D31CD3DC1F55}" destId="{55110CCC-BAB2-4A6E-A0A7-149EE094516D}" srcOrd="7" destOrd="0" presId="urn:microsoft.com/office/officeart/2018/2/layout/IconLabelDescriptionList"/>
    <dgm:cxn modelId="{D1D8493B-7F91-7240-AA4A-BF7343056BB3}" type="presParOf" srcId="{F39DDF99-73DA-424D-8B10-D31CD3DC1F55}" destId="{A1886C0F-B7E3-4AFE-BC4A-CBECAB311C95}" srcOrd="8" destOrd="0" presId="urn:microsoft.com/office/officeart/2018/2/layout/IconLabelDescriptionList"/>
    <dgm:cxn modelId="{A06605A6-8E05-1F46-8938-F7422F8D91F0}" type="presParOf" srcId="{A1886C0F-B7E3-4AFE-BC4A-CBECAB311C95}" destId="{A7A478A5-D1B5-4BBD-8A10-A2802D30393F}" srcOrd="0" destOrd="0" presId="urn:microsoft.com/office/officeart/2018/2/layout/IconLabelDescriptionList"/>
    <dgm:cxn modelId="{CAF3A7BF-4A2C-7645-834B-E32FFB312C80}" type="presParOf" srcId="{A1886C0F-B7E3-4AFE-BC4A-CBECAB311C95}" destId="{638D8044-8F92-48BF-A2B0-47C34E1D881D}" srcOrd="1" destOrd="0" presId="urn:microsoft.com/office/officeart/2018/2/layout/IconLabelDescriptionList"/>
    <dgm:cxn modelId="{34B746BE-4E23-3641-A151-9138C95D50E5}" type="presParOf" srcId="{A1886C0F-B7E3-4AFE-BC4A-CBECAB311C95}" destId="{6A0EB633-8BA8-42D1-8F2F-3B460580473B}" srcOrd="2" destOrd="0" presId="urn:microsoft.com/office/officeart/2018/2/layout/IconLabelDescriptionList"/>
    <dgm:cxn modelId="{6D6E83F5-2FEA-8047-807D-25947EF043AE}" type="presParOf" srcId="{A1886C0F-B7E3-4AFE-BC4A-CBECAB311C95}" destId="{C99E6713-9399-461A-8307-7A5C3B488D1B}" srcOrd="3" destOrd="0" presId="urn:microsoft.com/office/officeart/2018/2/layout/IconLabelDescriptionList"/>
    <dgm:cxn modelId="{AAF1CF67-B760-E04B-BED4-EA34A1DD4171}" type="presParOf" srcId="{A1886C0F-B7E3-4AFE-BC4A-CBECAB311C95}" destId="{0AC613EE-7A03-4553-9919-838CB1D402C5}"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0FF14B22-A0D8-49C3-B502-EBE34469968B}" type="doc">
      <dgm:prSet loTypeId="urn:microsoft.com/office/officeart/2018/2/layout/IconLabelDescriptionList" loCatId="icon" qsTypeId="urn:microsoft.com/office/officeart/2005/8/quickstyle/simple1" qsCatId="simple" csTypeId="urn:microsoft.com/office/officeart/2018/5/colors/Iconchunking_neutralbg_accent5_2" csCatId="accent5" phldr="1"/>
      <dgm:spPr/>
      <dgm:t>
        <a:bodyPr/>
        <a:lstStyle/>
        <a:p>
          <a:endParaRPr lang="en-US"/>
        </a:p>
      </dgm:t>
    </dgm:pt>
    <dgm:pt modelId="{C622618A-3A84-49A9-9B52-62FA400A0FB1}">
      <dgm:prSet custT="1"/>
      <dgm:spPr/>
      <dgm:t>
        <a:bodyPr/>
        <a:lstStyle/>
        <a:p>
          <a:pPr>
            <a:defRPr b="1"/>
          </a:pPr>
          <a:r>
            <a:rPr lang="en-US" sz="1800" dirty="0"/>
            <a:t>All CICA Life Superior Choice voice signatures MUST be on a recorded line. </a:t>
          </a:r>
        </a:p>
      </dgm:t>
    </dgm:pt>
    <dgm:pt modelId="{ADC506AC-8C1F-4624-ADB6-CE28F1D20807}" type="parTrans" cxnId="{77EE368D-8A70-48E4-A8A6-662192C3BA4F}">
      <dgm:prSet/>
      <dgm:spPr/>
      <dgm:t>
        <a:bodyPr/>
        <a:lstStyle/>
        <a:p>
          <a:endParaRPr lang="en-US"/>
        </a:p>
      </dgm:t>
    </dgm:pt>
    <dgm:pt modelId="{EB399838-54C2-48CD-AA3C-E0D97AE9F9DD}" type="sibTrans" cxnId="{77EE368D-8A70-48E4-A8A6-662192C3BA4F}">
      <dgm:prSet/>
      <dgm:spPr/>
      <dgm:t>
        <a:bodyPr/>
        <a:lstStyle/>
        <a:p>
          <a:endParaRPr lang="en-US"/>
        </a:p>
      </dgm:t>
    </dgm:pt>
    <dgm:pt modelId="{6662FE22-0B02-4686-8265-BE3A9F5054F5}">
      <dgm:prSet custT="1"/>
      <dgm:spPr/>
      <dgm:t>
        <a:bodyPr/>
        <a:lstStyle/>
        <a:p>
          <a:pPr>
            <a:defRPr b="1"/>
          </a:pPr>
          <a:r>
            <a:rPr lang="en-US" sz="1800" dirty="0"/>
            <a:t>Call recording must be uploaded within 24 hours of completing the application.</a:t>
          </a:r>
        </a:p>
      </dgm:t>
    </dgm:pt>
    <dgm:pt modelId="{EF260F42-12AE-477B-BA47-FEFFDD9F1EEE}" type="parTrans" cxnId="{10499871-C19C-4D83-B09D-D39D07BE1FD3}">
      <dgm:prSet/>
      <dgm:spPr/>
      <dgm:t>
        <a:bodyPr/>
        <a:lstStyle/>
        <a:p>
          <a:endParaRPr lang="en-US"/>
        </a:p>
      </dgm:t>
    </dgm:pt>
    <dgm:pt modelId="{9B517B4A-8EBA-4EDE-A44F-8FF9FFC0AC0E}" type="sibTrans" cxnId="{10499871-C19C-4D83-B09D-D39D07BE1FD3}">
      <dgm:prSet/>
      <dgm:spPr/>
      <dgm:t>
        <a:bodyPr/>
        <a:lstStyle/>
        <a:p>
          <a:endParaRPr lang="en-US"/>
        </a:p>
      </dgm:t>
    </dgm:pt>
    <dgm:pt modelId="{10897A62-9D77-4799-93BF-3CF748AFA76E}">
      <dgm:prSet custT="1"/>
      <dgm:spPr/>
      <dgm:t>
        <a:bodyPr/>
        <a:lstStyle/>
        <a:p>
          <a:pPr>
            <a:defRPr b="1"/>
          </a:pPr>
          <a:r>
            <a:rPr lang="en-US" sz="1800" dirty="0"/>
            <a:t>Do not need to trim the call recording, it can be the full presentation. </a:t>
          </a:r>
        </a:p>
      </dgm:t>
    </dgm:pt>
    <dgm:pt modelId="{23A3EC18-D9B2-4E40-886A-FABA90674091}" type="parTrans" cxnId="{29D6894B-91FD-427F-8122-10C57D301A18}">
      <dgm:prSet/>
      <dgm:spPr/>
      <dgm:t>
        <a:bodyPr/>
        <a:lstStyle/>
        <a:p>
          <a:endParaRPr lang="en-US"/>
        </a:p>
      </dgm:t>
    </dgm:pt>
    <dgm:pt modelId="{1C4350AA-A714-4260-8304-8A0B4D8CDCB1}" type="sibTrans" cxnId="{29D6894B-91FD-427F-8122-10C57D301A18}">
      <dgm:prSet/>
      <dgm:spPr/>
      <dgm:t>
        <a:bodyPr/>
        <a:lstStyle/>
        <a:p>
          <a:endParaRPr lang="en-US"/>
        </a:p>
      </dgm:t>
    </dgm:pt>
    <dgm:pt modelId="{BB1B0A55-A359-4B2A-831C-1CFE7B69456F}">
      <dgm:prSet custT="1"/>
      <dgm:spPr/>
      <dgm:t>
        <a:bodyPr/>
        <a:lstStyle/>
        <a:p>
          <a:pPr>
            <a:defRPr b="1"/>
          </a:pPr>
          <a:r>
            <a:rPr lang="en-US" sz="1800" dirty="0"/>
            <a:t>Call must include all client information, health questions, disclosures, HIPPA statement, replacement questions if applicable, and voice signature.</a:t>
          </a:r>
        </a:p>
      </dgm:t>
    </dgm:pt>
    <dgm:pt modelId="{1D5BDC7E-84B6-4F9E-BF0F-1ED2F6459A9C}" type="parTrans" cxnId="{9C3328AB-8E07-4B1C-9CF5-0BDE93DBAAB1}">
      <dgm:prSet/>
      <dgm:spPr/>
      <dgm:t>
        <a:bodyPr/>
        <a:lstStyle/>
        <a:p>
          <a:endParaRPr lang="en-US"/>
        </a:p>
      </dgm:t>
    </dgm:pt>
    <dgm:pt modelId="{478BD850-9FDC-405A-A495-E357FA836914}" type="sibTrans" cxnId="{9C3328AB-8E07-4B1C-9CF5-0BDE93DBAAB1}">
      <dgm:prSet/>
      <dgm:spPr/>
      <dgm:t>
        <a:bodyPr/>
        <a:lstStyle/>
        <a:p>
          <a:endParaRPr lang="en-US"/>
        </a:p>
      </dgm:t>
    </dgm:pt>
    <dgm:pt modelId="{6284E2B3-CBF2-4E1E-8423-6B1C6F52FED9}">
      <dgm:prSet/>
      <dgm:spPr/>
      <dgm:t>
        <a:bodyPr/>
        <a:lstStyle/>
        <a:p>
          <a:pPr>
            <a:defRPr b="1"/>
          </a:pPr>
          <a:r>
            <a:rPr lang="en-US" dirty="0"/>
            <a:t>Recording ID requested on the application MUST be the insureds full telephone number followed by the date and must match the label of the upload. </a:t>
          </a:r>
        </a:p>
      </dgm:t>
    </dgm:pt>
    <dgm:pt modelId="{951266D0-3FEB-44B0-AC13-39FF9B84F0FD}" type="parTrans" cxnId="{6C2D04CA-B83B-45E4-8BCB-52905BEEE8C2}">
      <dgm:prSet/>
      <dgm:spPr/>
      <dgm:t>
        <a:bodyPr/>
        <a:lstStyle/>
        <a:p>
          <a:endParaRPr lang="en-US"/>
        </a:p>
      </dgm:t>
    </dgm:pt>
    <dgm:pt modelId="{B1449111-1F2B-49D3-800B-44D977097351}" type="sibTrans" cxnId="{6C2D04CA-B83B-45E4-8BCB-52905BEEE8C2}">
      <dgm:prSet/>
      <dgm:spPr/>
      <dgm:t>
        <a:bodyPr/>
        <a:lstStyle/>
        <a:p>
          <a:endParaRPr lang="en-US"/>
        </a:p>
      </dgm:t>
    </dgm:pt>
    <dgm:pt modelId="{D448D94E-77D1-43DF-904B-78F305967E75}">
      <dgm:prSet custT="1"/>
      <dgm:spPr/>
      <dgm:t>
        <a:bodyPr/>
        <a:lstStyle/>
        <a:p>
          <a:r>
            <a:rPr lang="en-US" sz="1600" dirty="0"/>
            <a:t>         (8502283234-12/01/23)</a:t>
          </a:r>
        </a:p>
      </dgm:t>
    </dgm:pt>
    <dgm:pt modelId="{F2AA12BB-3F1F-48DD-AC95-1DE1ACC538A9}" type="parTrans" cxnId="{0A2B17A0-5EEE-4307-83F4-2BF81DA37CBF}">
      <dgm:prSet/>
      <dgm:spPr/>
      <dgm:t>
        <a:bodyPr/>
        <a:lstStyle/>
        <a:p>
          <a:endParaRPr lang="en-US"/>
        </a:p>
      </dgm:t>
    </dgm:pt>
    <dgm:pt modelId="{AF967424-FA71-49AE-A29D-9FA193EBE1CD}" type="sibTrans" cxnId="{0A2B17A0-5EEE-4307-83F4-2BF81DA37CBF}">
      <dgm:prSet/>
      <dgm:spPr/>
      <dgm:t>
        <a:bodyPr/>
        <a:lstStyle/>
        <a:p>
          <a:endParaRPr lang="en-US"/>
        </a:p>
      </dgm:t>
    </dgm:pt>
    <dgm:pt modelId="{F39DDF99-73DA-424D-8B10-D31CD3DC1F55}" type="pres">
      <dgm:prSet presAssocID="{0FF14B22-A0D8-49C3-B502-EBE34469968B}" presName="root" presStyleCnt="0">
        <dgm:presLayoutVars>
          <dgm:dir/>
          <dgm:resizeHandles val="exact"/>
        </dgm:presLayoutVars>
      </dgm:prSet>
      <dgm:spPr/>
    </dgm:pt>
    <dgm:pt modelId="{F791FBAA-C620-4777-AEB0-4183FF141FD3}" type="pres">
      <dgm:prSet presAssocID="{C622618A-3A84-49A9-9B52-62FA400A0FB1}" presName="compNode" presStyleCnt="0"/>
      <dgm:spPr/>
    </dgm:pt>
    <dgm:pt modelId="{5301117D-7241-472C-B7F3-D231BAF4D6B3}" type="pres">
      <dgm:prSet presAssocID="{C622618A-3A84-49A9-9B52-62FA400A0FB1}"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ncil"/>
        </a:ext>
      </dgm:extLst>
    </dgm:pt>
    <dgm:pt modelId="{C43E07D1-AAA9-4205-AB4D-3B59387B4467}" type="pres">
      <dgm:prSet presAssocID="{C622618A-3A84-49A9-9B52-62FA400A0FB1}" presName="iconSpace" presStyleCnt="0"/>
      <dgm:spPr/>
    </dgm:pt>
    <dgm:pt modelId="{C01531F8-CF62-4028-A4FE-2E263182C1AD}" type="pres">
      <dgm:prSet presAssocID="{C622618A-3A84-49A9-9B52-62FA400A0FB1}" presName="parTx" presStyleLbl="revTx" presStyleIdx="0" presStyleCnt="10">
        <dgm:presLayoutVars>
          <dgm:chMax val="0"/>
          <dgm:chPref val="0"/>
        </dgm:presLayoutVars>
      </dgm:prSet>
      <dgm:spPr/>
    </dgm:pt>
    <dgm:pt modelId="{5B87D303-B915-4905-83F6-C3CE097BB33F}" type="pres">
      <dgm:prSet presAssocID="{C622618A-3A84-49A9-9B52-62FA400A0FB1}" presName="txSpace" presStyleCnt="0"/>
      <dgm:spPr/>
    </dgm:pt>
    <dgm:pt modelId="{67C01EC1-DE30-4DD8-9071-C96D8722D8F0}" type="pres">
      <dgm:prSet presAssocID="{C622618A-3A84-49A9-9B52-62FA400A0FB1}" presName="desTx" presStyleLbl="revTx" presStyleIdx="1" presStyleCnt="10">
        <dgm:presLayoutVars/>
      </dgm:prSet>
      <dgm:spPr/>
    </dgm:pt>
    <dgm:pt modelId="{004B29FE-0D2C-4805-9963-412DCC7CA637}" type="pres">
      <dgm:prSet presAssocID="{EB399838-54C2-48CD-AA3C-E0D97AE9F9DD}" presName="sibTrans" presStyleCnt="0"/>
      <dgm:spPr/>
    </dgm:pt>
    <dgm:pt modelId="{00A5EF39-4FEA-4A2C-A99A-2A9119AA3A64}" type="pres">
      <dgm:prSet presAssocID="{6662FE22-0B02-4686-8265-BE3A9F5054F5}" presName="compNode" presStyleCnt="0"/>
      <dgm:spPr/>
    </dgm:pt>
    <dgm:pt modelId="{7A2A6024-A78A-48C6-9DD8-43CDBC65B119}" type="pres">
      <dgm:prSet presAssocID="{6662FE22-0B02-4686-8265-BE3A9F5054F5}"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peaker Phone"/>
        </a:ext>
      </dgm:extLst>
    </dgm:pt>
    <dgm:pt modelId="{EE7A2E83-E869-474E-8F4B-7D49E91F298C}" type="pres">
      <dgm:prSet presAssocID="{6662FE22-0B02-4686-8265-BE3A9F5054F5}" presName="iconSpace" presStyleCnt="0"/>
      <dgm:spPr/>
    </dgm:pt>
    <dgm:pt modelId="{6A4A882A-375E-4BE9-A884-C06EFE9E13E3}" type="pres">
      <dgm:prSet presAssocID="{6662FE22-0B02-4686-8265-BE3A9F5054F5}" presName="parTx" presStyleLbl="revTx" presStyleIdx="2" presStyleCnt="10">
        <dgm:presLayoutVars>
          <dgm:chMax val="0"/>
          <dgm:chPref val="0"/>
        </dgm:presLayoutVars>
      </dgm:prSet>
      <dgm:spPr/>
    </dgm:pt>
    <dgm:pt modelId="{772073AA-7F24-49DC-861D-F0569C215BD0}" type="pres">
      <dgm:prSet presAssocID="{6662FE22-0B02-4686-8265-BE3A9F5054F5}" presName="txSpace" presStyleCnt="0"/>
      <dgm:spPr/>
    </dgm:pt>
    <dgm:pt modelId="{B96709D5-5A2D-4DB3-959B-42EDF13359D1}" type="pres">
      <dgm:prSet presAssocID="{6662FE22-0B02-4686-8265-BE3A9F5054F5}" presName="desTx" presStyleLbl="revTx" presStyleIdx="3" presStyleCnt="10">
        <dgm:presLayoutVars/>
      </dgm:prSet>
      <dgm:spPr/>
    </dgm:pt>
    <dgm:pt modelId="{49DBD075-7F5F-4AC3-8DAE-6C10041DB9AA}" type="pres">
      <dgm:prSet presAssocID="{9B517B4A-8EBA-4EDE-A44F-8FF9FFC0AC0E}" presName="sibTrans" presStyleCnt="0"/>
      <dgm:spPr/>
    </dgm:pt>
    <dgm:pt modelId="{36B4F94A-0B92-445E-A0F0-3D5654693827}" type="pres">
      <dgm:prSet presAssocID="{10897A62-9D77-4799-93BF-3CF748AFA76E}" presName="compNode" presStyleCnt="0"/>
      <dgm:spPr/>
    </dgm:pt>
    <dgm:pt modelId="{632113BD-2380-49AB-8A75-8FCBAD14FE4D}" type="pres">
      <dgm:prSet presAssocID="{10897A62-9D77-4799-93BF-3CF748AFA76E}"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VD player"/>
        </a:ext>
      </dgm:extLst>
    </dgm:pt>
    <dgm:pt modelId="{0CE365B1-6E9D-4591-B4D6-01BF86431001}" type="pres">
      <dgm:prSet presAssocID="{10897A62-9D77-4799-93BF-3CF748AFA76E}" presName="iconSpace" presStyleCnt="0"/>
      <dgm:spPr/>
    </dgm:pt>
    <dgm:pt modelId="{366F9A06-99A5-4C08-8C86-8BAEF5626DB1}" type="pres">
      <dgm:prSet presAssocID="{10897A62-9D77-4799-93BF-3CF748AFA76E}" presName="parTx" presStyleLbl="revTx" presStyleIdx="4" presStyleCnt="10">
        <dgm:presLayoutVars>
          <dgm:chMax val="0"/>
          <dgm:chPref val="0"/>
        </dgm:presLayoutVars>
      </dgm:prSet>
      <dgm:spPr/>
    </dgm:pt>
    <dgm:pt modelId="{995E68EE-8B84-43DD-8071-4C9CBC753D7D}" type="pres">
      <dgm:prSet presAssocID="{10897A62-9D77-4799-93BF-3CF748AFA76E}" presName="txSpace" presStyleCnt="0"/>
      <dgm:spPr/>
    </dgm:pt>
    <dgm:pt modelId="{32B59CBE-3AD3-4781-B1C2-A15925EA493B}" type="pres">
      <dgm:prSet presAssocID="{10897A62-9D77-4799-93BF-3CF748AFA76E}" presName="desTx" presStyleLbl="revTx" presStyleIdx="5" presStyleCnt="10">
        <dgm:presLayoutVars/>
      </dgm:prSet>
      <dgm:spPr/>
    </dgm:pt>
    <dgm:pt modelId="{D1162C8B-BAFD-4A9C-9DFA-8140FE9C429E}" type="pres">
      <dgm:prSet presAssocID="{1C4350AA-A714-4260-8304-8A0B4D8CDCB1}" presName="sibTrans" presStyleCnt="0"/>
      <dgm:spPr/>
    </dgm:pt>
    <dgm:pt modelId="{659B9EAB-D230-4B25-8AFE-20798F0EF791}" type="pres">
      <dgm:prSet presAssocID="{BB1B0A55-A359-4B2A-831C-1CFE7B69456F}" presName="compNode" presStyleCnt="0"/>
      <dgm:spPr/>
    </dgm:pt>
    <dgm:pt modelId="{F0A468FA-CAAA-4558-89BF-80B29EC80812}" type="pres">
      <dgm:prSet presAssocID="{BB1B0A55-A359-4B2A-831C-1CFE7B69456F}"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ign Language"/>
        </a:ext>
      </dgm:extLst>
    </dgm:pt>
    <dgm:pt modelId="{BD97C0D7-1883-4909-BB95-19A934BB7B6C}" type="pres">
      <dgm:prSet presAssocID="{BB1B0A55-A359-4B2A-831C-1CFE7B69456F}" presName="iconSpace" presStyleCnt="0"/>
      <dgm:spPr/>
    </dgm:pt>
    <dgm:pt modelId="{C47C331C-288C-4A41-AE01-D1817A4537E0}" type="pres">
      <dgm:prSet presAssocID="{BB1B0A55-A359-4B2A-831C-1CFE7B69456F}" presName="parTx" presStyleLbl="revTx" presStyleIdx="6" presStyleCnt="10">
        <dgm:presLayoutVars>
          <dgm:chMax val="0"/>
          <dgm:chPref val="0"/>
        </dgm:presLayoutVars>
      </dgm:prSet>
      <dgm:spPr/>
    </dgm:pt>
    <dgm:pt modelId="{53EC26B2-F95B-4295-AAF6-ED70AC21DCC9}" type="pres">
      <dgm:prSet presAssocID="{BB1B0A55-A359-4B2A-831C-1CFE7B69456F}" presName="txSpace" presStyleCnt="0"/>
      <dgm:spPr/>
    </dgm:pt>
    <dgm:pt modelId="{02E1F426-C0E7-49A3-B6DF-9740601FAA49}" type="pres">
      <dgm:prSet presAssocID="{BB1B0A55-A359-4B2A-831C-1CFE7B69456F}" presName="desTx" presStyleLbl="revTx" presStyleIdx="7" presStyleCnt="10">
        <dgm:presLayoutVars/>
      </dgm:prSet>
      <dgm:spPr/>
    </dgm:pt>
    <dgm:pt modelId="{55110CCC-BAB2-4A6E-A0A7-149EE094516D}" type="pres">
      <dgm:prSet presAssocID="{478BD850-9FDC-405A-A495-E357FA836914}" presName="sibTrans" presStyleCnt="0"/>
      <dgm:spPr/>
    </dgm:pt>
    <dgm:pt modelId="{A1886C0F-B7E3-4AFE-BC4A-CBECAB311C95}" type="pres">
      <dgm:prSet presAssocID="{6284E2B3-CBF2-4E1E-8423-6B1C6F52FED9}" presName="compNode" presStyleCnt="0"/>
      <dgm:spPr/>
    </dgm:pt>
    <dgm:pt modelId="{A7A478A5-D1B5-4BBD-8A10-A2802D30393F}" type="pres">
      <dgm:prSet presAssocID="{6284E2B3-CBF2-4E1E-8423-6B1C6F52FED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heckmark"/>
        </a:ext>
      </dgm:extLst>
    </dgm:pt>
    <dgm:pt modelId="{638D8044-8F92-48BF-A2B0-47C34E1D881D}" type="pres">
      <dgm:prSet presAssocID="{6284E2B3-CBF2-4E1E-8423-6B1C6F52FED9}" presName="iconSpace" presStyleCnt="0"/>
      <dgm:spPr/>
    </dgm:pt>
    <dgm:pt modelId="{6A0EB633-8BA8-42D1-8F2F-3B460580473B}" type="pres">
      <dgm:prSet presAssocID="{6284E2B3-CBF2-4E1E-8423-6B1C6F52FED9}" presName="parTx" presStyleLbl="revTx" presStyleIdx="8" presStyleCnt="10">
        <dgm:presLayoutVars>
          <dgm:chMax val="0"/>
          <dgm:chPref val="0"/>
        </dgm:presLayoutVars>
      </dgm:prSet>
      <dgm:spPr/>
    </dgm:pt>
    <dgm:pt modelId="{C99E6713-9399-461A-8307-7A5C3B488D1B}" type="pres">
      <dgm:prSet presAssocID="{6284E2B3-CBF2-4E1E-8423-6B1C6F52FED9}" presName="txSpace" presStyleCnt="0"/>
      <dgm:spPr/>
    </dgm:pt>
    <dgm:pt modelId="{0AC613EE-7A03-4553-9919-838CB1D402C5}" type="pres">
      <dgm:prSet presAssocID="{6284E2B3-CBF2-4E1E-8423-6B1C6F52FED9}" presName="desTx" presStyleLbl="revTx" presStyleIdx="9" presStyleCnt="10" custAng="0" custFlipVert="0" custScaleX="138293" custScaleY="106980" custLinFactNeighborX="17710" custLinFactNeighborY="-55423">
        <dgm:presLayoutVars/>
      </dgm:prSet>
      <dgm:spPr/>
    </dgm:pt>
  </dgm:ptLst>
  <dgm:cxnLst>
    <dgm:cxn modelId="{41E1EC08-B5D5-2B46-B646-54CD4C5E55BF}" type="presOf" srcId="{6284E2B3-CBF2-4E1E-8423-6B1C6F52FED9}" destId="{6A0EB633-8BA8-42D1-8F2F-3B460580473B}" srcOrd="0" destOrd="0" presId="urn:microsoft.com/office/officeart/2018/2/layout/IconLabelDescriptionList"/>
    <dgm:cxn modelId="{29D6894B-91FD-427F-8122-10C57D301A18}" srcId="{0FF14B22-A0D8-49C3-B502-EBE34469968B}" destId="{10897A62-9D77-4799-93BF-3CF748AFA76E}" srcOrd="2" destOrd="0" parTransId="{23A3EC18-D9B2-4E40-886A-FABA90674091}" sibTransId="{1C4350AA-A714-4260-8304-8A0B4D8CDCB1}"/>
    <dgm:cxn modelId="{3E000659-6393-6E47-B69C-933F288D5FD3}" type="presOf" srcId="{D448D94E-77D1-43DF-904B-78F305967E75}" destId="{0AC613EE-7A03-4553-9919-838CB1D402C5}" srcOrd="0" destOrd="0" presId="urn:microsoft.com/office/officeart/2018/2/layout/IconLabelDescriptionList"/>
    <dgm:cxn modelId="{10499871-C19C-4D83-B09D-D39D07BE1FD3}" srcId="{0FF14B22-A0D8-49C3-B502-EBE34469968B}" destId="{6662FE22-0B02-4686-8265-BE3A9F5054F5}" srcOrd="1" destOrd="0" parTransId="{EF260F42-12AE-477B-BA47-FEFFDD9F1EEE}" sibTransId="{9B517B4A-8EBA-4EDE-A44F-8FF9FFC0AC0E}"/>
    <dgm:cxn modelId="{58E33175-FD21-8144-814D-634ED245B108}" type="presOf" srcId="{C622618A-3A84-49A9-9B52-62FA400A0FB1}" destId="{C01531F8-CF62-4028-A4FE-2E263182C1AD}" srcOrd="0" destOrd="0" presId="urn:microsoft.com/office/officeart/2018/2/layout/IconLabelDescriptionList"/>
    <dgm:cxn modelId="{9EBE4977-697C-F847-A0DC-0721F91C1E03}" type="presOf" srcId="{10897A62-9D77-4799-93BF-3CF748AFA76E}" destId="{366F9A06-99A5-4C08-8C86-8BAEF5626DB1}" srcOrd="0" destOrd="0" presId="urn:microsoft.com/office/officeart/2018/2/layout/IconLabelDescriptionList"/>
    <dgm:cxn modelId="{6A96587A-130C-F24C-99B1-3EDC18ADA510}" type="presOf" srcId="{0FF14B22-A0D8-49C3-B502-EBE34469968B}" destId="{F39DDF99-73DA-424D-8B10-D31CD3DC1F55}" srcOrd="0" destOrd="0" presId="urn:microsoft.com/office/officeart/2018/2/layout/IconLabelDescriptionList"/>
    <dgm:cxn modelId="{77EE368D-8A70-48E4-A8A6-662192C3BA4F}" srcId="{0FF14B22-A0D8-49C3-B502-EBE34469968B}" destId="{C622618A-3A84-49A9-9B52-62FA400A0FB1}" srcOrd="0" destOrd="0" parTransId="{ADC506AC-8C1F-4624-ADB6-CE28F1D20807}" sibTransId="{EB399838-54C2-48CD-AA3C-E0D97AE9F9DD}"/>
    <dgm:cxn modelId="{FAA4E58D-479C-434E-8CAB-20194A8986A3}" type="presOf" srcId="{6662FE22-0B02-4686-8265-BE3A9F5054F5}" destId="{6A4A882A-375E-4BE9-A884-C06EFE9E13E3}" srcOrd="0" destOrd="0" presId="urn:microsoft.com/office/officeart/2018/2/layout/IconLabelDescriptionList"/>
    <dgm:cxn modelId="{0A2B17A0-5EEE-4307-83F4-2BF81DA37CBF}" srcId="{6284E2B3-CBF2-4E1E-8423-6B1C6F52FED9}" destId="{D448D94E-77D1-43DF-904B-78F305967E75}" srcOrd="0" destOrd="0" parTransId="{F2AA12BB-3F1F-48DD-AC95-1DE1ACC538A9}" sibTransId="{AF967424-FA71-49AE-A29D-9FA193EBE1CD}"/>
    <dgm:cxn modelId="{9C3328AB-8E07-4B1C-9CF5-0BDE93DBAAB1}" srcId="{0FF14B22-A0D8-49C3-B502-EBE34469968B}" destId="{BB1B0A55-A359-4B2A-831C-1CFE7B69456F}" srcOrd="3" destOrd="0" parTransId="{1D5BDC7E-84B6-4F9E-BF0F-1ED2F6459A9C}" sibTransId="{478BD850-9FDC-405A-A495-E357FA836914}"/>
    <dgm:cxn modelId="{6C2D04CA-B83B-45E4-8BCB-52905BEEE8C2}" srcId="{0FF14B22-A0D8-49C3-B502-EBE34469968B}" destId="{6284E2B3-CBF2-4E1E-8423-6B1C6F52FED9}" srcOrd="4" destOrd="0" parTransId="{951266D0-3FEB-44B0-AC13-39FF9B84F0FD}" sibTransId="{B1449111-1F2B-49D3-800B-44D977097351}"/>
    <dgm:cxn modelId="{1B2CEFD4-BB9A-DD46-B929-F1BD137A71D0}" type="presOf" srcId="{BB1B0A55-A359-4B2A-831C-1CFE7B69456F}" destId="{C47C331C-288C-4A41-AE01-D1817A4537E0}" srcOrd="0" destOrd="0" presId="urn:microsoft.com/office/officeart/2018/2/layout/IconLabelDescriptionList"/>
    <dgm:cxn modelId="{4931E3F8-DC21-7441-B03B-D0C400BD7BBA}" type="presParOf" srcId="{F39DDF99-73DA-424D-8B10-D31CD3DC1F55}" destId="{F791FBAA-C620-4777-AEB0-4183FF141FD3}" srcOrd="0" destOrd="0" presId="urn:microsoft.com/office/officeart/2018/2/layout/IconLabelDescriptionList"/>
    <dgm:cxn modelId="{910EC577-149D-DA42-B915-2A22069A497F}" type="presParOf" srcId="{F791FBAA-C620-4777-AEB0-4183FF141FD3}" destId="{5301117D-7241-472C-B7F3-D231BAF4D6B3}" srcOrd="0" destOrd="0" presId="urn:microsoft.com/office/officeart/2018/2/layout/IconLabelDescriptionList"/>
    <dgm:cxn modelId="{B8A1A030-FE4A-0E45-A5F0-201306DB226A}" type="presParOf" srcId="{F791FBAA-C620-4777-AEB0-4183FF141FD3}" destId="{C43E07D1-AAA9-4205-AB4D-3B59387B4467}" srcOrd="1" destOrd="0" presId="urn:microsoft.com/office/officeart/2018/2/layout/IconLabelDescriptionList"/>
    <dgm:cxn modelId="{7A5DA529-0853-ED49-9239-F7BFC23DD4DE}" type="presParOf" srcId="{F791FBAA-C620-4777-AEB0-4183FF141FD3}" destId="{C01531F8-CF62-4028-A4FE-2E263182C1AD}" srcOrd="2" destOrd="0" presId="urn:microsoft.com/office/officeart/2018/2/layout/IconLabelDescriptionList"/>
    <dgm:cxn modelId="{0964EEEB-CA02-504D-87CE-72427F98CC59}" type="presParOf" srcId="{F791FBAA-C620-4777-AEB0-4183FF141FD3}" destId="{5B87D303-B915-4905-83F6-C3CE097BB33F}" srcOrd="3" destOrd="0" presId="urn:microsoft.com/office/officeart/2018/2/layout/IconLabelDescriptionList"/>
    <dgm:cxn modelId="{288F5563-320C-F548-B9F2-37F3C2A34DE0}" type="presParOf" srcId="{F791FBAA-C620-4777-AEB0-4183FF141FD3}" destId="{67C01EC1-DE30-4DD8-9071-C96D8722D8F0}" srcOrd="4" destOrd="0" presId="urn:microsoft.com/office/officeart/2018/2/layout/IconLabelDescriptionList"/>
    <dgm:cxn modelId="{DD5D6877-BF73-5C4F-9282-EF736C6456E0}" type="presParOf" srcId="{F39DDF99-73DA-424D-8B10-D31CD3DC1F55}" destId="{004B29FE-0D2C-4805-9963-412DCC7CA637}" srcOrd="1" destOrd="0" presId="urn:microsoft.com/office/officeart/2018/2/layout/IconLabelDescriptionList"/>
    <dgm:cxn modelId="{4CEBB539-52C4-064E-B6AB-CE357D5A5A69}" type="presParOf" srcId="{F39DDF99-73DA-424D-8B10-D31CD3DC1F55}" destId="{00A5EF39-4FEA-4A2C-A99A-2A9119AA3A64}" srcOrd="2" destOrd="0" presId="urn:microsoft.com/office/officeart/2018/2/layout/IconLabelDescriptionList"/>
    <dgm:cxn modelId="{85E35A30-C6E4-244B-8F47-A7DC859BFFCC}" type="presParOf" srcId="{00A5EF39-4FEA-4A2C-A99A-2A9119AA3A64}" destId="{7A2A6024-A78A-48C6-9DD8-43CDBC65B119}" srcOrd="0" destOrd="0" presId="urn:microsoft.com/office/officeart/2018/2/layout/IconLabelDescriptionList"/>
    <dgm:cxn modelId="{558CCBEA-B4AA-F14A-8B4F-CADCFC434C0C}" type="presParOf" srcId="{00A5EF39-4FEA-4A2C-A99A-2A9119AA3A64}" destId="{EE7A2E83-E869-474E-8F4B-7D49E91F298C}" srcOrd="1" destOrd="0" presId="urn:microsoft.com/office/officeart/2018/2/layout/IconLabelDescriptionList"/>
    <dgm:cxn modelId="{EEAD9220-DB74-4342-BAFC-CF3D6281FECB}" type="presParOf" srcId="{00A5EF39-4FEA-4A2C-A99A-2A9119AA3A64}" destId="{6A4A882A-375E-4BE9-A884-C06EFE9E13E3}" srcOrd="2" destOrd="0" presId="urn:microsoft.com/office/officeart/2018/2/layout/IconLabelDescriptionList"/>
    <dgm:cxn modelId="{C4FF2A66-D477-E540-BFDF-DC7C8198D45E}" type="presParOf" srcId="{00A5EF39-4FEA-4A2C-A99A-2A9119AA3A64}" destId="{772073AA-7F24-49DC-861D-F0569C215BD0}" srcOrd="3" destOrd="0" presId="urn:microsoft.com/office/officeart/2018/2/layout/IconLabelDescriptionList"/>
    <dgm:cxn modelId="{668989C0-4BB5-3D43-A5E0-C8435A3A14F2}" type="presParOf" srcId="{00A5EF39-4FEA-4A2C-A99A-2A9119AA3A64}" destId="{B96709D5-5A2D-4DB3-959B-42EDF13359D1}" srcOrd="4" destOrd="0" presId="urn:microsoft.com/office/officeart/2018/2/layout/IconLabelDescriptionList"/>
    <dgm:cxn modelId="{DE144343-2F4D-B145-B4D6-59A276FF64D9}" type="presParOf" srcId="{F39DDF99-73DA-424D-8B10-D31CD3DC1F55}" destId="{49DBD075-7F5F-4AC3-8DAE-6C10041DB9AA}" srcOrd="3" destOrd="0" presId="urn:microsoft.com/office/officeart/2018/2/layout/IconLabelDescriptionList"/>
    <dgm:cxn modelId="{A9A75B45-DAE3-C248-A930-220E7AB7333E}" type="presParOf" srcId="{F39DDF99-73DA-424D-8B10-D31CD3DC1F55}" destId="{36B4F94A-0B92-445E-A0F0-3D5654693827}" srcOrd="4" destOrd="0" presId="urn:microsoft.com/office/officeart/2018/2/layout/IconLabelDescriptionList"/>
    <dgm:cxn modelId="{AAF5E12F-AA18-634A-BCC1-1BE84D190973}" type="presParOf" srcId="{36B4F94A-0B92-445E-A0F0-3D5654693827}" destId="{632113BD-2380-49AB-8A75-8FCBAD14FE4D}" srcOrd="0" destOrd="0" presId="urn:microsoft.com/office/officeart/2018/2/layout/IconLabelDescriptionList"/>
    <dgm:cxn modelId="{E9D04E4B-5DD6-5842-A39C-EF9F7881E0DF}" type="presParOf" srcId="{36B4F94A-0B92-445E-A0F0-3D5654693827}" destId="{0CE365B1-6E9D-4591-B4D6-01BF86431001}" srcOrd="1" destOrd="0" presId="urn:microsoft.com/office/officeart/2018/2/layout/IconLabelDescriptionList"/>
    <dgm:cxn modelId="{C72BA978-C900-1243-9E29-8A28636099BC}" type="presParOf" srcId="{36B4F94A-0B92-445E-A0F0-3D5654693827}" destId="{366F9A06-99A5-4C08-8C86-8BAEF5626DB1}" srcOrd="2" destOrd="0" presId="urn:microsoft.com/office/officeart/2018/2/layout/IconLabelDescriptionList"/>
    <dgm:cxn modelId="{B8D2F332-F599-894A-885B-27721CC516D4}" type="presParOf" srcId="{36B4F94A-0B92-445E-A0F0-3D5654693827}" destId="{995E68EE-8B84-43DD-8071-4C9CBC753D7D}" srcOrd="3" destOrd="0" presId="urn:microsoft.com/office/officeart/2018/2/layout/IconLabelDescriptionList"/>
    <dgm:cxn modelId="{1A0E396A-36F8-354F-B356-6ABA84C990BA}" type="presParOf" srcId="{36B4F94A-0B92-445E-A0F0-3D5654693827}" destId="{32B59CBE-3AD3-4781-B1C2-A15925EA493B}" srcOrd="4" destOrd="0" presId="urn:microsoft.com/office/officeart/2018/2/layout/IconLabelDescriptionList"/>
    <dgm:cxn modelId="{2CEBAFA3-3865-B74D-A287-CB1B9B6A316A}" type="presParOf" srcId="{F39DDF99-73DA-424D-8B10-D31CD3DC1F55}" destId="{D1162C8B-BAFD-4A9C-9DFA-8140FE9C429E}" srcOrd="5" destOrd="0" presId="urn:microsoft.com/office/officeart/2018/2/layout/IconLabelDescriptionList"/>
    <dgm:cxn modelId="{D0FD0438-F70D-3E4D-837E-6E8BC3E18F5E}" type="presParOf" srcId="{F39DDF99-73DA-424D-8B10-D31CD3DC1F55}" destId="{659B9EAB-D230-4B25-8AFE-20798F0EF791}" srcOrd="6" destOrd="0" presId="urn:microsoft.com/office/officeart/2018/2/layout/IconLabelDescriptionList"/>
    <dgm:cxn modelId="{C55717C2-F233-B646-9424-DDC9A5391364}" type="presParOf" srcId="{659B9EAB-D230-4B25-8AFE-20798F0EF791}" destId="{F0A468FA-CAAA-4558-89BF-80B29EC80812}" srcOrd="0" destOrd="0" presId="urn:microsoft.com/office/officeart/2018/2/layout/IconLabelDescriptionList"/>
    <dgm:cxn modelId="{5A8F8166-ABC1-8F4B-AB1E-EBDE2B7720E5}" type="presParOf" srcId="{659B9EAB-D230-4B25-8AFE-20798F0EF791}" destId="{BD97C0D7-1883-4909-BB95-19A934BB7B6C}" srcOrd="1" destOrd="0" presId="urn:microsoft.com/office/officeart/2018/2/layout/IconLabelDescriptionList"/>
    <dgm:cxn modelId="{4A5E9A35-0A1C-5E47-BCE0-EA98ADC0A153}" type="presParOf" srcId="{659B9EAB-D230-4B25-8AFE-20798F0EF791}" destId="{C47C331C-288C-4A41-AE01-D1817A4537E0}" srcOrd="2" destOrd="0" presId="urn:microsoft.com/office/officeart/2018/2/layout/IconLabelDescriptionList"/>
    <dgm:cxn modelId="{7BAD3259-FE74-5048-B5B2-D3CD60B75DCA}" type="presParOf" srcId="{659B9EAB-D230-4B25-8AFE-20798F0EF791}" destId="{53EC26B2-F95B-4295-AAF6-ED70AC21DCC9}" srcOrd="3" destOrd="0" presId="urn:microsoft.com/office/officeart/2018/2/layout/IconLabelDescriptionList"/>
    <dgm:cxn modelId="{2F226AD8-38FC-264C-9816-2ED4E39D31F1}" type="presParOf" srcId="{659B9EAB-D230-4B25-8AFE-20798F0EF791}" destId="{02E1F426-C0E7-49A3-B6DF-9740601FAA49}" srcOrd="4" destOrd="0" presId="urn:microsoft.com/office/officeart/2018/2/layout/IconLabelDescriptionList"/>
    <dgm:cxn modelId="{27F0DBC3-7679-8A4F-ADA5-54392734BCBE}" type="presParOf" srcId="{F39DDF99-73DA-424D-8B10-D31CD3DC1F55}" destId="{55110CCC-BAB2-4A6E-A0A7-149EE094516D}" srcOrd="7" destOrd="0" presId="urn:microsoft.com/office/officeart/2018/2/layout/IconLabelDescriptionList"/>
    <dgm:cxn modelId="{D1D8493B-7F91-7240-AA4A-BF7343056BB3}" type="presParOf" srcId="{F39DDF99-73DA-424D-8B10-D31CD3DC1F55}" destId="{A1886C0F-B7E3-4AFE-BC4A-CBECAB311C95}" srcOrd="8" destOrd="0" presId="urn:microsoft.com/office/officeart/2018/2/layout/IconLabelDescriptionList"/>
    <dgm:cxn modelId="{A06605A6-8E05-1F46-8938-F7422F8D91F0}" type="presParOf" srcId="{A1886C0F-B7E3-4AFE-BC4A-CBECAB311C95}" destId="{A7A478A5-D1B5-4BBD-8A10-A2802D30393F}" srcOrd="0" destOrd="0" presId="urn:microsoft.com/office/officeart/2018/2/layout/IconLabelDescriptionList"/>
    <dgm:cxn modelId="{CAF3A7BF-4A2C-7645-834B-E32FFB312C80}" type="presParOf" srcId="{A1886C0F-B7E3-4AFE-BC4A-CBECAB311C95}" destId="{638D8044-8F92-48BF-A2B0-47C34E1D881D}" srcOrd="1" destOrd="0" presId="urn:microsoft.com/office/officeart/2018/2/layout/IconLabelDescriptionList"/>
    <dgm:cxn modelId="{34B746BE-4E23-3641-A151-9138C95D50E5}" type="presParOf" srcId="{A1886C0F-B7E3-4AFE-BC4A-CBECAB311C95}" destId="{6A0EB633-8BA8-42D1-8F2F-3B460580473B}" srcOrd="2" destOrd="0" presId="urn:microsoft.com/office/officeart/2018/2/layout/IconLabelDescriptionList"/>
    <dgm:cxn modelId="{6D6E83F5-2FEA-8047-807D-25947EF043AE}" type="presParOf" srcId="{A1886C0F-B7E3-4AFE-BC4A-CBECAB311C95}" destId="{C99E6713-9399-461A-8307-7A5C3B488D1B}" srcOrd="3" destOrd="0" presId="urn:microsoft.com/office/officeart/2018/2/layout/IconLabelDescriptionList"/>
    <dgm:cxn modelId="{AAF1CF67-B760-E04B-BED4-EA34A1DD4171}" type="presParOf" srcId="{A1886C0F-B7E3-4AFE-BC4A-CBECAB311C95}" destId="{0AC613EE-7A03-4553-9919-838CB1D402C5}"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0FF14B22-A0D8-49C3-B502-EBE34469968B}" type="doc">
      <dgm:prSet loTypeId="urn:microsoft.com/office/officeart/2018/2/layout/IconLabelDescriptionList" loCatId="icon" qsTypeId="urn:microsoft.com/office/officeart/2005/8/quickstyle/simple1" qsCatId="simple" csTypeId="urn:microsoft.com/office/officeart/2018/5/colors/Iconchunking_neutralbg_accent5_2" csCatId="accent5" phldr="1"/>
      <dgm:spPr/>
      <dgm:t>
        <a:bodyPr/>
        <a:lstStyle/>
        <a:p>
          <a:endParaRPr lang="en-US"/>
        </a:p>
      </dgm:t>
    </dgm:pt>
    <dgm:pt modelId="{C622618A-3A84-49A9-9B52-62FA400A0FB1}">
      <dgm:prSet custT="1"/>
      <dgm:spPr/>
      <dgm:t>
        <a:bodyPr/>
        <a:lstStyle/>
        <a:p>
          <a:pPr>
            <a:defRPr b="1"/>
          </a:pPr>
          <a:r>
            <a:rPr lang="en-US" sz="1800" dirty="0"/>
            <a:t>All CICA Life Superior Choice voice signatures MUST be on a recorded line. </a:t>
          </a:r>
        </a:p>
      </dgm:t>
    </dgm:pt>
    <dgm:pt modelId="{ADC506AC-8C1F-4624-ADB6-CE28F1D20807}" type="parTrans" cxnId="{77EE368D-8A70-48E4-A8A6-662192C3BA4F}">
      <dgm:prSet/>
      <dgm:spPr/>
      <dgm:t>
        <a:bodyPr/>
        <a:lstStyle/>
        <a:p>
          <a:endParaRPr lang="en-US"/>
        </a:p>
      </dgm:t>
    </dgm:pt>
    <dgm:pt modelId="{EB399838-54C2-48CD-AA3C-E0D97AE9F9DD}" type="sibTrans" cxnId="{77EE368D-8A70-48E4-A8A6-662192C3BA4F}">
      <dgm:prSet/>
      <dgm:spPr/>
      <dgm:t>
        <a:bodyPr/>
        <a:lstStyle/>
        <a:p>
          <a:endParaRPr lang="en-US"/>
        </a:p>
      </dgm:t>
    </dgm:pt>
    <dgm:pt modelId="{6662FE22-0B02-4686-8265-BE3A9F5054F5}">
      <dgm:prSet custT="1"/>
      <dgm:spPr/>
      <dgm:t>
        <a:bodyPr/>
        <a:lstStyle/>
        <a:p>
          <a:pPr>
            <a:defRPr b="1"/>
          </a:pPr>
          <a:r>
            <a:rPr lang="en-US" sz="1800" dirty="0"/>
            <a:t>Call recording must be uploaded within 24 hours of completing the application.</a:t>
          </a:r>
        </a:p>
      </dgm:t>
    </dgm:pt>
    <dgm:pt modelId="{EF260F42-12AE-477B-BA47-FEFFDD9F1EEE}" type="parTrans" cxnId="{10499871-C19C-4D83-B09D-D39D07BE1FD3}">
      <dgm:prSet/>
      <dgm:spPr/>
      <dgm:t>
        <a:bodyPr/>
        <a:lstStyle/>
        <a:p>
          <a:endParaRPr lang="en-US"/>
        </a:p>
      </dgm:t>
    </dgm:pt>
    <dgm:pt modelId="{9B517B4A-8EBA-4EDE-A44F-8FF9FFC0AC0E}" type="sibTrans" cxnId="{10499871-C19C-4D83-B09D-D39D07BE1FD3}">
      <dgm:prSet/>
      <dgm:spPr/>
      <dgm:t>
        <a:bodyPr/>
        <a:lstStyle/>
        <a:p>
          <a:endParaRPr lang="en-US"/>
        </a:p>
      </dgm:t>
    </dgm:pt>
    <dgm:pt modelId="{10897A62-9D77-4799-93BF-3CF748AFA76E}">
      <dgm:prSet custT="1"/>
      <dgm:spPr/>
      <dgm:t>
        <a:bodyPr/>
        <a:lstStyle/>
        <a:p>
          <a:pPr>
            <a:defRPr b="1"/>
          </a:pPr>
          <a:r>
            <a:rPr lang="en-US" sz="1800" dirty="0"/>
            <a:t>Do not need to trim the call recording, it can be the full presentation. </a:t>
          </a:r>
        </a:p>
      </dgm:t>
    </dgm:pt>
    <dgm:pt modelId="{23A3EC18-D9B2-4E40-886A-FABA90674091}" type="parTrans" cxnId="{29D6894B-91FD-427F-8122-10C57D301A18}">
      <dgm:prSet/>
      <dgm:spPr/>
      <dgm:t>
        <a:bodyPr/>
        <a:lstStyle/>
        <a:p>
          <a:endParaRPr lang="en-US"/>
        </a:p>
      </dgm:t>
    </dgm:pt>
    <dgm:pt modelId="{1C4350AA-A714-4260-8304-8A0B4D8CDCB1}" type="sibTrans" cxnId="{29D6894B-91FD-427F-8122-10C57D301A18}">
      <dgm:prSet/>
      <dgm:spPr/>
      <dgm:t>
        <a:bodyPr/>
        <a:lstStyle/>
        <a:p>
          <a:endParaRPr lang="en-US"/>
        </a:p>
      </dgm:t>
    </dgm:pt>
    <dgm:pt modelId="{BB1B0A55-A359-4B2A-831C-1CFE7B69456F}">
      <dgm:prSet custT="1"/>
      <dgm:spPr/>
      <dgm:t>
        <a:bodyPr/>
        <a:lstStyle/>
        <a:p>
          <a:pPr>
            <a:defRPr b="1"/>
          </a:pPr>
          <a:r>
            <a:rPr lang="en-US" sz="1800" dirty="0"/>
            <a:t>Call must include all client information, health questions, disclosures, HIPPA statement, replacement questions if applicable, and voice signature.</a:t>
          </a:r>
        </a:p>
      </dgm:t>
    </dgm:pt>
    <dgm:pt modelId="{1D5BDC7E-84B6-4F9E-BF0F-1ED2F6459A9C}" type="parTrans" cxnId="{9C3328AB-8E07-4B1C-9CF5-0BDE93DBAAB1}">
      <dgm:prSet/>
      <dgm:spPr/>
      <dgm:t>
        <a:bodyPr/>
        <a:lstStyle/>
        <a:p>
          <a:endParaRPr lang="en-US"/>
        </a:p>
      </dgm:t>
    </dgm:pt>
    <dgm:pt modelId="{478BD850-9FDC-405A-A495-E357FA836914}" type="sibTrans" cxnId="{9C3328AB-8E07-4B1C-9CF5-0BDE93DBAAB1}">
      <dgm:prSet/>
      <dgm:spPr/>
      <dgm:t>
        <a:bodyPr/>
        <a:lstStyle/>
        <a:p>
          <a:endParaRPr lang="en-US"/>
        </a:p>
      </dgm:t>
    </dgm:pt>
    <dgm:pt modelId="{6284E2B3-CBF2-4E1E-8423-6B1C6F52FED9}">
      <dgm:prSet/>
      <dgm:spPr/>
      <dgm:t>
        <a:bodyPr/>
        <a:lstStyle/>
        <a:p>
          <a:pPr>
            <a:defRPr b="1"/>
          </a:pPr>
          <a:r>
            <a:rPr lang="en-US" dirty="0"/>
            <a:t>Recording ID requested on the application MUST be the insureds full telephone number followed by the date and must match the label of the upload. </a:t>
          </a:r>
        </a:p>
      </dgm:t>
    </dgm:pt>
    <dgm:pt modelId="{951266D0-3FEB-44B0-AC13-39FF9B84F0FD}" type="parTrans" cxnId="{6C2D04CA-B83B-45E4-8BCB-52905BEEE8C2}">
      <dgm:prSet/>
      <dgm:spPr/>
      <dgm:t>
        <a:bodyPr/>
        <a:lstStyle/>
        <a:p>
          <a:endParaRPr lang="en-US"/>
        </a:p>
      </dgm:t>
    </dgm:pt>
    <dgm:pt modelId="{B1449111-1F2B-49D3-800B-44D977097351}" type="sibTrans" cxnId="{6C2D04CA-B83B-45E4-8BCB-52905BEEE8C2}">
      <dgm:prSet/>
      <dgm:spPr/>
      <dgm:t>
        <a:bodyPr/>
        <a:lstStyle/>
        <a:p>
          <a:endParaRPr lang="en-US"/>
        </a:p>
      </dgm:t>
    </dgm:pt>
    <dgm:pt modelId="{D448D94E-77D1-43DF-904B-78F305967E75}">
      <dgm:prSet custT="1"/>
      <dgm:spPr/>
      <dgm:t>
        <a:bodyPr/>
        <a:lstStyle/>
        <a:p>
          <a:r>
            <a:rPr lang="en-US" sz="1600" dirty="0"/>
            <a:t>         (8502283234-12/01/23)</a:t>
          </a:r>
        </a:p>
      </dgm:t>
    </dgm:pt>
    <dgm:pt modelId="{F2AA12BB-3F1F-48DD-AC95-1DE1ACC538A9}" type="parTrans" cxnId="{0A2B17A0-5EEE-4307-83F4-2BF81DA37CBF}">
      <dgm:prSet/>
      <dgm:spPr/>
      <dgm:t>
        <a:bodyPr/>
        <a:lstStyle/>
        <a:p>
          <a:endParaRPr lang="en-US"/>
        </a:p>
      </dgm:t>
    </dgm:pt>
    <dgm:pt modelId="{AF967424-FA71-49AE-A29D-9FA193EBE1CD}" type="sibTrans" cxnId="{0A2B17A0-5EEE-4307-83F4-2BF81DA37CBF}">
      <dgm:prSet/>
      <dgm:spPr/>
      <dgm:t>
        <a:bodyPr/>
        <a:lstStyle/>
        <a:p>
          <a:endParaRPr lang="en-US"/>
        </a:p>
      </dgm:t>
    </dgm:pt>
    <dgm:pt modelId="{F39DDF99-73DA-424D-8B10-D31CD3DC1F55}" type="pres">
      <dgm:prSet presAssocID="{0FF14B22-A0D8-49C3-B502-EBE34469968B}" presName="root" presStyleCnt="0">
        <dgm:presLayoutVars>
          <dgm:dir/>
          <dgm:resizeHandles val="exact"/>
        </dgm:presLayoutVars>
      </dgm:prSet>
      <dgm:spPr/>
    </dgm:pt>
    <dgm:pt modelId="{F791FBAA-C620-4777-AEB0-4183FF141FD3}" type="pres">
      <dgm:prSet presAssocID="{C622618A-3A84-49A9-9B52-62FA400A0FB1}" presName="compNode" presStyleCnt="0"/>
      <dgm:spPr/>
    </dgm:pt>
    <dgm:pt modelId="{5301117D-7241-472C-B7F3-D231BAF4D6B3}" type="pres">
      <dgm:prSet presAssocID="{C622618A-3A84-49A9-9B52-62FA400A0FB1}"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ncil"/>
        </a:ext>
      </dgm:extLst>
    </dgm:pt>
    <dgm:pt modelId="{C43E07D1-AAA9-4205-AB4D-3B59387B4467}" type="pres">
      <dgm:prSet presAssocID="{C622618A-3A84-49A9-9B52-62FA400A0FB1}" presName="iconSpace" presStyleCnt="0"/>
      <dgm:spPr/>
    </dgm:pt>
    <dgm:pt modelId="{C01531F8-CF62-4028-A4FE-2E263182C1AD}" type="pres">
      <dgm:prSet presAssocID="{C622618A-3A84-49A9-9B52-62FA400A0FB1}" presName="parTx" presStyleLbl="revTx" presStyleIdx="0" presStyleCnt="10">
        <dgm:presLayoutVars>
          <dgm:chMax val="0"/>
          <dgm:chPref val="0"/>
        </dgm:presLayoutVars>
      </dgm:prSet>
      <dgm:spPr/>
    </dgm:pt>
    <dgm:pt modelId="{5B87D303-B915-4905-83F6-C3CE097BB33F}" type="pres">
      <dgm:prSet presAssocID="{C622618A-3A84-49A9-9B52-62FA400A0FB1}" presName="txSpace" presStyleCnt="0"/>
      <dgm:spPr/>
    </dgm:pt>
    <dgm:pt modelId="{67C01EC1-DE30-4DD8-9071-C96D8722D8F0}" type="pres">
      <dgm:prSet presAssocID="{C622618A-3A84-49A9-9B52-62FA400A0FB1}" presName="desTx" presStyleLbl="revTx" presStyleIdx="1" presStyleCnt="10">
        <dgm:presLayoutVars/>
      </dgm:prSet>
      <dgm:spPr/>
    </dgm:pt>
    <dgm:pt modelId="{004B29FE-0D2C-4805-9963-412DCC7CA637}" type="pres">
      <dgm:prSet presAssocID="{EB399838-54C2-48CD-AA3C-E0D97AE9F9DD}" presName="sibTrans" presStyleCnt="0"/>
      <dgm:spPr/>
    </dgm:pt>
    <dgm:pt modelId="{00A5EF39-4FEA-4A2C-A99A-2A9119AA3A64}" type="pres">
      <dgm:prSet presAssocID="{6662FE22-0B02-4686-8265-BE3A9F5054F5}" presName="compNode" presStyleCnt="0"/>
      <dgm:spPr/>
    </dgm:pt>
    <dgm:pt modelId="{7A2A6024-A78A-48C6-9DD8-43CDBC65B119}" type="pres">
      <dgm:prSet presAssocID="{6662FE22-0B02-4686-8265-BE3A9F5054F5}"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peaker Phone"/>
        </a:ext>
      </dgm:extLst>
    </dgm:pt>
    <dgm:pt modelId="{EE7A2E83-E869-474E-8F4B-7D49E91F298C}" type="pres">
      <dgm:prSet presAssocID="{6662FE22-0B02-4686-8265-BE3A9F5054F5}" presName="iconSpace" presStyleCnt="0"/>
      <dgm:spPr/>
    </dgm:pt>
    <dgm:pt modelId="{6A4A882A-375E-4BE9-A884-C06EFE9E13E3}" type="pres">
      <dgm:prSet presAssocID="{6662FE22-0B02-4686-8265-BE3A9F5054F5}" presName="parTx" presStyleLbl="revTx" presStyleIdx="2" presStyleCnt="10">
        <dgm:presLayoutVars>
          <dgm:chMax val="0"/>
          <dgm:chPref val="0"/>
        </dgm:presLayoutVars>
      </dgm:prSet>
      <dgm:spPr/>
    </dgm:pt>
    <dgm:pt modelId="{772073AA-7F24-49DC-861D-F0569C215BD0}" type="pres">
      <dgm:prSet presAssocID="{6662FE22-0B02-4686-8265-BE3A9F5054F5}" presName="txSpace" presStyleCnt="0"/>
      <dgm:spPr/>
    </dgm:pt>
    <dgm:pt modelId="{B96709D5-5A2D-4DB3-959B-42EDF13359D1}" type="pres">
      <dgm:prSet presAssocID="{6662FE22-0B02-4686-8265-BE3A9F5054F5}" presName="desTx" presStyleLbl="revTx" presStyleIdx="3" presStyleCnt="10">
        <dgm:presLayoutVars/>
      </dgm:prSet>
      <dgm:spPr/>
    </dgm:pt>
    <dgm:pt modelId="{49DBD075-7F5F-4AC3-8DAE-6C10041DB9AA}" type="pres">
      <dgm:prSet presAssocID="{9B517B4A-8EBA-4EDE-A44F-8FF9FFC0AC0E}" presName="sibTrans" presStyleCnt="0"/>
      <dgm:spPr/>
    </dgm:pt>
    <dgm:pt modelId="{36B4F94A-0B92-445E-A0F0-3D5654693827}" type="pres">
      <dgm:prSet presAssocID="{10897A62-9D77-4799-93BF-3CF748AFA76E}" presName="compNode" presStyleCnt="0"/>
      <dgm:spPr/>
    </dgm:pt>
    <dgm:pt modelId="{632113BD-2380-49AB-8A75-8FCBAD14FE4D}" type="pres">
      <dgm:prSet presAssocID="{10897A62-9D77-4799-93BF-3CF748AFA76E}"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VD player"/>
        </a:ext>
      </dgm:extLst>
    </dgm:pt>
    <dgm:pt modelId="{0CE365B1-6E9D-4591-B4D6-01BF86431001}" type="pres">
      <dgm:prSet presAssocID="{10897A62-9D77-4799-93BF-3CF748AFA76E}" presName="iconSpace" presStyleCnt="0"/>
      <dgm:spPr/>
    </dgm:pt>
    <dgm:pt modelId="{366F9A06-99A5-4C08-8C86-8BAEF5626DB1}" type="pres">
      <dgm:prSet presAssocID="{10897A62-9D77-4799-93BF-3CF748AFA76E}" presName="parTx" presStyleLbl="revTx" presStyleIdx="4" presStyleCnt="10">
        <dgm:presLayoutVars>
          <dgm:chMax val="0"/>
          <dgm:chPref val="0"/>
        </dgm:presLayoutVars>
      </dgm:prSet>
      <dgm:spPr/>
    </dgm:pt>
    <dgm:pt modelId="{995E68EE-8B84-43DD-8071-4C9CBC753D7D}" type="pres">
      <dgm:prSet presAssocID="{10897A62-9D77-4799-93BF-3CF748AFA76E}" presName="txSpace" presStyleCnt="0"/>
      <dgm:spPr/>
    </dgm:pt>
    <dgm:pt modelId="{32B59CBE-3AD3-4781-B1C2-A15925EA493B}" type="pres">
      <dgm:prSet presAssocID="{10897A62-9D77-4799-93BF-3CF748AFA76E}" presName="desTx" presStyleLbl="revTx" presStyleIdx="5" presStyleCnt="10">
        <dgm:presLayoutVars/>
      </dgm:prSet>
      <dgm:spPr/>
    </dgm:pt>
    <dgm:pt modelId="{D1162C8B-BAFD-4A9C-9DFA-8140FE9C429E}" type="pres">
      <dgm:prSet presAssocID="{1C4350AA-A714-4260-8304-8A0B4D8CDCB1}" presName="sibTrans" presStyleCnt="0"/>
      <dgm:spPr/>
    </dgm:pt>
    <dgm:pt modelId="{659B9EAB-D230-4B25-8AFE-20798F0EF791}" type="pres">
      <dgm:prSet presAssocID="{BB1B0A55-A359-4B2A-831C-1CFE7B69456F}" presName="compNode" presStyleCnt="0"/>
      <dgm:spPr/>
    </dgm:pt>
    <dgm:pt modelId="{F0A468FA-CAAA-4558-89BF-80B29EC80812}" type="pres">
      <dgm:prSet presAssocID="{BB1B0A55-A359-4B2A-831C-1CFE7B69456F}"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ign Language"/>
        </a:ext>
      </dgm:extLst>
    </dgm:pt>
    <dgm:pt modelId="{BD97C0D7-1883-4909-BB95-19A934BB7B6C}" type="pres">
      <dgm:prSet presAssocID="{BB1B0A55-A359-4B2A-831C-1CFE7B69456F}" presName="iconSpace" presStyleCnt="0"/>
      <dgm:spPr/>
    </dgm:pt>
    <dgm:pt modelId="{C47C331C-288C-4A41-AE01-D1817A4537E0}" type="pres">
      <dgm:prSet presAssocID="{BB1B0A55-A359-4B2A-831C-1CFE7B69456F}" presName="parTx" presStyleLbl="revTx" presStyleIdx="6" presStyleCnt="10">
        <dgm:presLayoutVars>
          <dgm:chMax val="0"/>
          <dgm:chPref val="0"/>
        </dgm:presLayoutVars>
      </dgm:prSet>
      <dgm:spPr/>
    </dgm:pt>
    <dgm:pt modelId="{53EC26B2-F95B-4295-AAF6-ED70AC21DCC9}" type="pres">
      <dgm:prSet presAssocID="{BB1B0A55-A359-4B2A-831C-1CFE7B69456F}" presName="txSpace" presStyleCnt="0"/>
      <dgm:spPr/>
    </dgm:pt>
    <dgm:pt modelId="{02E1F426-C0E7-49A3-B6DF-9740601FAA49}" type="pres">
      <dgm:prSet presAssocID="{BB1B0A55-A359-4B2A-831C-1CFE7B69456F}" presName="desTx" presStyleLbl="revTx" presStyleIdx="7" presStyleCnt="10">
        <dgm:presLayoutVars/>
      </dgm:prSet>
      <dgm:spPr/>
    </dgm:pt>
    <dgm:pt modelId="{55110CCC-BAB2-4A6E-A0A7-149EE094516D}" type="pres">
      <dgm:prSet presAssocID="{478BD850-9FDC-405A-A495-E357FA836914}" presName="sibTrans" presStyleCnt="0"/>
      <dgm:spPr/>
    </dgm:pt>
    <dgm:pt modelId="{A1886C0F-B7E3-4AFE-BC4A-CBECAB311C95}" type="pres">
      <dgm:prSet presAssocID="{6284E2B3-CBF2-4E1E-8423-6B1C6F52FED9}" presName="compNode" presStyleCnt="0"/>
      <dgm:spPr/>
    </dgm:pt>
    <dgm:pt modelId="{A7A478A5-D1B5-4BBD-8A10-A2802D30393F}" type="pres">
      <dgm:prSet presAssocID="{6284E2B3-CBF2-4E1E-8423-6B1C6F52FED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heckmark"/>
        </a:ext>
      </dgm:extLst>
    </dgm:pt>
    <dgm:pt modelId="{638D8044-8F92-48BF-A2B0-47C34E1D881D}" type="pres">
      <dgm:prSet presAssocID="{6284E2B3-CBF2-4E1E-8423-6B1C6F52FED9}" presName="iconSpace" presStyleCnt="0"/>
      <dgm:spPr/>
    </dgm:pt>
    <dgm:pt modelId="{6A0EB633-8BA8-42D1-8F2F-3B460580473B}" type="pres">
      <dgm:prSet presAssocID="{6284E2B3-CBF2-4E1E-8423-6B1C6F52FED9}" presName="parTx" presStyleLbl="revTx" presStyleIdx="8" presStyleCnt="10">
        <dgm:presLayoutVars>
          <dgm:chMax val="0"/>
          <dgm:chPref val="0"/>
        </dgm:presLayoutVars>
      </dgm:prSet>
      <dgm:spPr/>
    </dgm:pt>
    <dgm:pt modelId="{C99E6713-9399-461A-8307-7A5C3B488D1B}" type="pres">
      <dgm:prSet presAssocID="{6284E2B3-CBF2-4E1E-8423-6B1C6F52FED9}" presName="txSpace" presStyleCnt="0"/>
      <dgm:spPr/>
    </dgm:pt>
    <dgm:pt modelId="{0AC613EE-7A03-4553-9919-838CB1D402C5}" type="pres">
      <dgm:prSet presAssocID="{6284E2B3-CBF2-4E1E-8423-6B1C6F52FED9}" presName="desTx" presStyleLbl="revTx" presStyleIdx="9" presStyleCnt="10" custAng="0" custFlipVert="0" custScaleX="138293" custScaleY="106980" custLinFactNeighborX="17710" custLinFactNeighborY="-55423">
        <dgm:presLayoutVars/>
      </dgm:prSet>
      <dgm:spPr/>
    </dgm:pt>
  </dgm:ptLst>
  <dgm:cxnLst>
    <dgm:cxn modelId="{41E1EC08-B5D5-2B46-B646-54CD4C5E55BF}" type="presOf" srcId="{6284E2B3-CBF2-4E1E-8423-6B1C6F52FED9}" destId="{6A0EB633-8BA8-42D1-8F2F-3B460580473B}" srcOrd="0" destOrd="0" presId="urn:microsoft.com/office/officeart/2018/2/layout/IconLabelDescriptionList"/>
    <dgm:cxn modelId="{29D6894B-91FD-427F-8122-10C57D301A18}" srcId="{0FF14B22-A0D8-49C3-B502-EBE34469968B}" destId="{10897A62-9D77-4799-93BF-3CF748AFA76E}" srcOrd="2" destOrd="0" parTransId="{23A3EC18-D9B2-4E40-886A-FABA90674091}" sibTransId="{1C4350AA-A714-4260-8304-8A0B4D8CDCB1}"/>
    <dgm:cxn modelId="{3E000659-6393-6E47-B69C-933F288D5FD3}" type="presOf" srcId="{D448D94E-77D1-43DF-904B-78F305967E75}" destId="{0AC613EE-7A03-4553-9919-838CB1D402C5}" srcOrd="0" destOrd="0" presId="urn:microsoft.com/office/officeart/2018/2/layout/IconLabelDescriptionList"/>
    <dgm:cxn modelId="{10499871-C19C-4D83-B09D-D39D07BE1FD3}" srcId="{0FF14B22-A0D8-49C3-B502-EBE34469968B}" destId="{6662FE22-0B02-4686-8265-BE3A9F5054F5}" srcOrd="1" destOrd="0" parTransId="{EF260F42-12AE-477B-BA47-FEFFDD9F1EEE}" sibTransId="{9B517B4A-8EBA-4EDE-A44F-8FF9FFC0AC0E}"/>
    <dgm:cxn modelId="{58E33175-FD21-8144-814D-634ED245B108}" type="presOf" srcId="{C622618A-3A84-49A9-9B52-62FA400A0FB1}" destId="{C01531F8-CF62-4028-A4FE-2E263182C1AD}" srcOrd="0" destOrd="0" presId="urn:microsoft.com/office/officeart/2018/2/layout/IconLabelDescriptionList"/>
    <dgm:cxn modelId="{9EBE4977-697C-F847-A0DC-0721F91C1E03}" type="presOf" srcId="{10897A62-9D77-4799-93BF-3CF748AFA76E}" destId="{366F9A06-99A5-4C08-8C86-8BAEF5626DB1}" srcOrd="0" destOrd="0" presId="urn:microsoft.com/office/officeart/2018/2/layout/IconLabelDescriptionList"/>
    <dgm:cxn modelId="{6A96587A-130C-F24C-99B1-3EDC18ADA510}" type="presOf" srcId="{0FF14B22-A0D8-49C3-B502-EBE34469968B}" destId="{F39DDF99-73DA-424D-8B10-D31CD3DC1F55}" srcOrd="0" destOrd="0" presId="urn:microsoft.com/office/officeart/2018/2/layout/IconLabelDescriptionList"/>
    <dgm:cxn modelId="{77EE368D-8A70-48E4-A8A6-662192C3BA4F}" srcId="{0FF14B22-A0D8-49C3-B502-EBE34469968B}" destId="{C622618A-3A84-49A9-9B52-62FA400A0FB1}" srcOrd="0" destOrd="0" parTransId="{ADC506AC-8C1F-4624-ADB6-CE28F1D20807}" sibTransId="{EB399838-54C2-48CD-AA3C-E0D97AE9F9DD}"/>
    <dgm:cxn modelId="{FAA4E58D-479C-434E-8CAB-20194A8986A3}" type="presOf" srcId="{6662FE22-0B02-4686-8265-BE3A9F5054F5}" destId="{6A4A882A-375E-4BE9-A884-C06EFE9E13E3}" srcOrd="0" destOrd="0" presId="urn:microsoft.com/office/officeart/2018/2/layout/IconLabelDescriptionList"/>
    <dgm:cxn modelId="{0A2B17A0-5EEE-4307-83F4-2BF81DA37CBF}" srcId="{6284E2B3-CBF2-4E1E-8423-6B1C6F52FED9}" destId="{D448D94E-77D1-43DF-904B-78F305967E75}" srcOrd="0" destOrd="0" parTransId="{F2AA12BB-3F1F-48DD-AC95-1DE1ACC538A9}" sibTransId="{AF967424-FA71-49AE-A29D-9FA193EBE1CD}"/>
    <dgm:cxn modelId="{9C3328AB-8E07-4B1C-9CF5-0BDE93DBAAB1}" srcId="{0FF14B22-A0D8-49C3-B502-EBE34469968B}" destId="{BB1B0A55-A359-4B2A-831C-1CFE7B69456F}" srcOrd="3" destOrd="0" parTransId="{1D5BDC7E-84B6-4F9E-BF0F-1ED2F6459A9C}" sibTransId="{478BD850-9FDC-405A-A495-E357FA836914}"/>
    <dgm:cxn modelId="{6C2D04CA-B83B-45E4-8BCB-52905BEEE8C2}" srcId="{0FF14B22-A0D8-49C3-B502-EBE34469968B}" destId="{6284E2B3-CBF2-4E1E-8423-6B1C6F52FED9}" srcOrd="4" destOrd="0" parTransId="{951266D0-3FEB-44B0-AC13-39FF9B84F0FD}" sibTransId="{B1449111-1F2B-49D3-800B-44D977097351}"/>
    <dgm:cxn modelId="{1B2CEFD4-BB9A-DD46-B929-F1BD137A71D0}" type="presOf" srcId="{BB1B0A55-A359-4B2A-831C-1CFE7B69456F}" destId="{C47C331C-288C-4A41-AE01-D1817A4537E0}" srcOrd="0" destOrd="0" presId="urn:microsoft.com/office/officeart/2018/2/layout/IconLabelDescriptionList"/>
    <dgm:cxn modelId="{4931E3F8-DC21-7441-B03B-D0C400BD7BBA}" type="presParOf" srcId="{F39DDF99-73DA-424D-8B10-D31CD3DC1F55}" destId="{F791FBAA-C620-4777-AEB0-4183FF141FD3}" srcOrd="0" destOrd="0" presId="urn:microsoft.com/office/officeart/2018/2/layout/IconLabelDescriptionList"/>
    <dgm:cxn modelId="{910EC577-149D-DA42-B915-2A22069A497F}" type="presParOf" srcId="{F791FBAA-C620-4777-AEB0-4183FF141FD3}" destId="{5301117D-7241-472C-B7F3-D231BAF4D6B3}" srcOrd="0" destOrd="0" presId="urn:microsoft.com/office/officeart/2018/2/layout/IconLabelDescriptionList"/>
    <dgm:cxn modelId="{B8A1A030-FE4A-0E45-A5F0-201306DB226A}" type="presParOf" srcId="{F791FBAA-C620-4777-AEB0-4183FF141FD3}" destId="{C43E07D1-AAA9-4205-AB4D-3B59387B4467}" srcOrd="1" destOrd="0" presId="urn:microsoft.com/office/officeart/2018/2/layout/IconLabelDescriptionList"/>
    <dgm:cxn modelId="{7A5DA529-0853-ED49-9239-F7BFC23DD4DE}" type="presParOf" srcId="{F791FBAA-C620-4777-AEB0-4183FF141FD3}" destId="{C01531F8-CF62-4028-A4FE-2E263182C1AD}" srcOrd="2" destOrd="0" presId="urn:microsoft.com/office/officeart/2018/2/layout/IconLabelDescriptionList"/>
    <dgm:cxn modelId="{0964EEEB-CA02-504D-87CE-72427F98CC59}" type="presParOf" srcId="{F791FBAA-C620-4777-AEB0-4183FF141FD3}" destId="{5B87D303-B915-4905-83F6-C3CE097BB33F}" srcOrd="3" destOrd="0" presId="urn:microsoft.com/office/officeart/2018/2/layout/IconLabelDescriptionList"/>
    <dgm:cxn modelId="{288F5563-320C-F548-B9F2-37F3C2A34DE0}" type="presParOf" srcId="{F791FBAA-C620-4777-AEB0-4183FF141FD3}" destId="{67C01EC1-DE30-4DD8-9071-C96D8722D8F0}" srcOrd="4" destOrd="0" presId="urn:microsoft.com/office/officeart/2018/2/layout/IconLabelDescriptionList"/>
    <dgm:cxn modelId="{DD5D6877-BF73-5C4F-9282-EF736C6456E0}" type="presParOf" srcId="{F39DDF99-73DA-424D-8B10-D31CD3DC1F55}" destId="{004B29FE-0D2C-4805-9963-412DCC7CA637}" srcOrd="1" destOrd="0" presId="urn:microsoft.com/office/officeart/2018/2/layout/IconLabelDescriptionList"/>
    <dgm:cxn modelId="{4CEBB539-52C4-064E-B6AB-CE357D5A5A69}" type="presParOf" srcId="{F39DDF99-73DA-424D-8B10-D31CD3DC1F55}" destId="{00A5EF39-4FEA-4A2C-A99A-2A9119AA3A64}" srcOrd="2" destOrd="0" presId="urn:microsoft.com/office/officeart/2018/2/layout/IconLabelDescriptionList"/>
    <dgm:cxn modelId="{85E35A30-C6E4-244B-8F47-A7DC859BFFCC}" type="presParOf" srcId="{00A5EF39-4FEA-4A2C-A99A-2A9119AA3A64}" destId="{7A2A6024-A78A-48C6-9DD8-43CDBC65B119}" srcOrd="0" destOrd="0" presId="urn:microsoft.com/office/officeart/2018/2/layout/IconLabelDescriptionList"/>
    <dgm:cxn modelId="{558CCBEA-B4AA-F14A-8B4F-CADCFC434C0C}" type="presParOf" srcId="{00A5EF39-4FEA-4A2C-A99A-2A9119AA3A64}" destId="{EE7A2E83-E869-474E-8F4B-7D49E91F298C}" srcOrd="1" destOrd="0" presId="urn:microsoft.com/office/officeart/2018/2/layout/IconLabelDescriptionList"/>
    <dgm:cxn modelId="{EEAD9220-DB74-4342-BAFC-CF3D6281FECB}" type="presParOf" srcId="{00A5EF39-4FEA-4A2C-A99A-2A9119AA3A64}" destId="{6A4A882A-375E-4BE9-A884-C06EFE9E13E3}" srcOrd="2" destOrd="0" presId="urn:microsoft.com/office/officeart/2018/2/layout/IconLabelDescriptionList"/>
    <dgm:cxn modelId="{C4FF2A66-D477-E540-BFDF-DC7C8198D45E}" type="presParOf" srcId="{00A5EF39-4FEA-4A2C-A99A-2A9119AA3A64}" destId="{772073AA-7F24-49DC-861D-F0569C215BD0}" srcOrd="3" destOrd="0" presId="urn:microsoft.com/office/officeart/2018/2/layout/IconLabelDescriptionList"/>
    <dgm:cxn modelId="{668989C0-4BB5-3D43-A5E0-C8435A3A14F2}" type="presParOf" srcId="{00A5EF39-4FEA-4A2C-A99A-2A9119AA3A64}" destId="{B96709D5-5A2D-4DB3-959B-42EDF13359D1}" srcOrd="4" destOrd="0" presId="urn:microsoft.com/office/officeart/2018/2/layout/IconLabelDescriptionList"/>
    <dgm:cxn modelId="{DE144343-2F4D-B145-B4D6-59A276FF64D9}" type="presParOf" srcId="{F39DDF99-73DA-424D-8B10-D31CD3DC1F55}" destId="{49DBD075-7F5F-4AC3-8DAE-6C10041DB9AA}" srcOrd="3" destOrd="0" presId="urn:microsoft.com/office/officeart/2018/2/layout/IconLabelDescriptionList"/>
    <dgm:cxn modelId="{A9A75B45-DAE3-C248-A930-220E7AB7333E}" type="presParOf" srcId="{F39DDF99-73DA-424D-8B10-D31CD3DC1F55}" destId="{36B4F94A-0B92-445E-A0F0-3D5654693827}" srcOrd="4" destOrd="0" presId="urn:microsoft.com/office/officeart/2018/2/layout/IconLabelDescriptionList"/>
    <dgm:cxn modelId="{AAF5E12F-AA18-634A-BCC1-1BE84D190973}" type="presParOf" srcId="{36B4F94A-0B92-445E-A0F0-3D5654693827}" destId="{632113BD-2380-49AB-8A75-8FCBAD14FE4D}" srcOrd="0" destOrd="0" presId="urn:microsoft.com/office/officeart/2018/2/layout/IconLabelDescriptionList"/>
    <dgm:cxn modelId="{E9D04E4B-5DD6-5842-A39C-EF9F7881E0DF}" type="presParOf" srcId="{36B4F94A-0B92-445E-A0F0-3D5654693827}" destId="{0CE365B1-6E9D-4591-B4D6-01BF86431001}" srcOrd="1" destOrd="0" presId="urn:microsoft.com/office/officeart/2018/2/layout/IconLabelDescriptionList"/>
    <dgm:cxn modelId="{C72BA978-C900-1243-9E29-8A28636099BC}" type="presParOf" srcId="{36B4F94A-0B92-445E-A0F0-3D5654693827}" destId="{366F9A06-99A5-4C08-8C86-8BAEF5626DB1}" srcOrd="2" destOrd="0" presId="urn:microsoft.com/office/officeart/2018/2/layout/IconLabelDescriptionList"/>
    <dgm:cxn modelId="{B8D2F332-F599-894A-885B-27721CC516D4}" type="presParOf" srcId="{36B4F94A-0B92-445E-A0F0-3D5654693827}" destId="{995E68EE-8B84-43DD-8071-4C9CBC753D7D}" srcOrd="3" destOrd="0" presId="urn:microsoft.com/office/officeart/2018/2/layout/IconLabelDescriptionList"/>
    <dgm:cxn modelId="{1A0E396A-36F8-354F-B356-6ABA84C990BA}" type="presParOf" srcId="{36B4F94A-0B92-445E-A0F0-3D5654693827}" destId="{32B59CBE-3AD3-4781-B1C2-A15925EA493B}" srcOrd="4" destOrd="0" presId="urn:microsoft.com/office/officeart/2018/2/layout/IconLabelDescriptionList"/>
    <dgm:cxn modelId="{2CEBAFA3-3865-B74D-A287-CB1B9B6A316A}" type="presParOf" srcId="{F39DDF99-73DA-424D-8B10-D31CD3DC1F55}" destId="{D1162C8B-BAFD-4A9C-9DFA-8140FE9C429E}" srcOrd="5" destOrd="0" presId="urn:microsoft.com/office/officeart/2018/2/layout/IconLabelDescriptionList"/>
    <dgm:cxn modelId="{D0FD0438-F70D-3E4D-837E-6E8BC3E18F5E}" type="presParOf" srcId="{F39DDF99-73DA-424D-8B10-D31CD3DC1F55}" destId="{659B9EAB-D230-4B25-8AFE-20798F0EF791}" srcOrd="6" destOrd="0" presId="urn:microsoft.com/office/officeart/2018/2/layout/IconLabelDescriptionList"/>
    <dgm:cxn modelId="{C55717C2-F233-B646-9424-DDC9A5391364}" type="presParOf" srcId="{659B9EAB-D230-4B25-8AFE-20798F0EF791}" destId="{F0A468FA-CAAA-4558-89BF-80B29EC80812}" srcOrd="0" destOrd="0" presId="urn:microsoft.com/office/officeart/2018/2/layout/IconLabelDescriptionList"/>
    <dgm:cxn modelId="{5A8F8166-ABC1-8F4B-AB1E-EBDE2B7720E5}" type="presParOf" srcId="{659B9EAB-D230-4B25-8AFE-20798F0EF791}" destId="{BD97C0D7-1883-4909-BB95-19A934BB7B6C}" srcOrd="1" destOrd="0" presId="urn:microsoft.com/office/officeart/2018/2/layout/IconLabelDescriptionList"/>
    <dgm:cxn modelId="{4A5E9A35-0A1C-5E47-BCE0-EA98ADC0A153}" type="presParOf" srcId="{659B9EAB-D230-4B25-8AFE-20798F0EF791}" destId="{C47C331C-288C-4A41-AE01-D1817A4537E0}" srcOrd="2" destOrd="0" presId="urn:microsoft.com/office/officeart/2018/2/layout/IconLabelDescriptionList"/>
    <dgm:cxn modelId="{7BAD3259-FE74-5048-B5B2-D3CD60B75DCA}" type="presParOf" srcId="{659B9EAB-D230-4B25-8AFE-20798F0EF791}" destId="{53EC26B2-F95B-4295-AAF6-ED70AC21DCC9}" srcOrd="3" destOrd="0" presId="urn:microsoft.com/office/officeart/2018/2/layout/IconLabelDescriptionList"/>
    <dgm:cxn modelId="{2F226AD8-38FC-264C-9816-2ED4E39D31F1}" type="presParOf" srcId="{659B9EAB-D230-4B25-8AFE-20798F0EF791}" destId="{02E1F426-C0E7-49A3-B6DF-9740601FAA49}" srcOrd="4" destOrd="0" presId="urn:microsoft.com/office/officeart/2018/2/layout/IconLabelDescriptionList"/>
    <dgm:cxn modelId="{27F0DBC3-7679-8A4F-ADA5-54392734BCBE}" type="presParOf" srcId="{F39DDF99-73DA-424D-8B10-D31CD3DC1F55}" destId="{55110CCC-BAB2-4A6E-A0A7-149EE094516D}" srcOrd="7" destOrd="0" presId="urn:microsoft.com/office/officeart/2018/2/layout/IconLabelDescriptionList"/>
    <dgm:cxn modelId="{D1D8493B-7F91-7240-AA4A-BF7343056BB3}" type="presParOf" srcId="{F39DDF99-73DA-424D-8B10-D31CD3DC1F55}" destId="{A1886C0F-B7E3-4AFE-BC4A-CBECAB311C95}" srcOrd="8" destOrd="0" presId="urn:microsoft.com/office/officeart/2018/2/layout/IconLabelDescriptionList"/>
    <dgm:cxn modelId="{A06605A6-8E05-1F46-8938-F7422F8D91F0}" type="presParOf" srcId="{A1886C0F-B7E3-4AFE-BC4A-CBECAB311C95}" destId="{A7A478A5-D1B5-4BBD-8A10-A2802D30393F}" srcOrd="0" destOrd="0" presId="urn:microsoft.com/office/officeart/2018/2/layout/IconLabelDescriptionList"/>
    <dgm:cxn modelId="{CAF3A7BF-4A2C-7645-834B-E32FFB312C80}" type="presParOf" srcId="{A1886C0F-B7E3-4AFE-BC4A-CBECAB311C95}" destId="{638D8044-8F92-48BF-A2B0-47C34E1D881D}" srcOrd="1" destOrd="0" presId="urn:microsoft.com/office/officeart/2018/2/layout/IconLabelDescriptionList"/>
    <dgm:cxn modelId="{34B746BE-4E23-3641-A151-9138C95D50E5}" type="presParOf" srcId="{A1886C0F-B7E3-4AFE-BC4A-CBECAB311C95}" destId="{6A0EB633-8BA8-42D1-8F2F-3B460580473B}" srcOrd="2" destOrd="0" presId="urn:microsoft.com/office/officeart/2018/2/layout/IconLabelDescriptionList"/>
    <dgm:cxn modelId="{6D6E83F5-2FEA-8047-807D-25947EF043AE}" type="presParOf" srcId="{A1886C0F-B7E3-4AFE-BC4A-CBECAB311C95}" destId="{C99E6713-9399-461A-8307-7A5C3B488D1B}" srcOrd="3" destOrd="0" presId="urn:microsoft.com/office/officeart/2018/2/layout/IconLabelDescriptionList"/>
    <dgm:cxn modelId="{AAF1CF67-B760-E04B-BED4-EA34A1DD4171}" type="presParOf" srcId="{A1886C0F-B7E3-4AFE-BC4A-CBECAB311C95}" destId="{0AC613EE-7A03-4553-9919-838CB1D402C5}"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4D187134-2523-409A-8A1A-E62534B68E55}"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21119B0-11F3-42ED-86B2-3F0A7A6A552B}">
      <dgm:prSet/>
      <dgm:spPr>
        <a:solidFill>
          <a:schemeClr val="accent1">
            <a:lumMod val="50000"/>
          </a:schemeClr>
        </a:solidFill>
      </dgm:spPr>
      <dgm:t>
        <a:bodyPr/>
        <a:lstStyle/>
        <a:p>
          <a:r>
            <a:rPr lang="en-US" b="1"/>
            <a:t>Superior Choice Agent support: </a:t>
          </a:r>
          <a:endParaRPr lang="en-US"/>
        </a:p>
      </dgm:t>
    </dgm:pt>
    <dgm:pt modelId="{8FA4BA2A-6E28-49AA-A3A0-D67FA5097044}" type="parTrans" cxnId="{D7F2F42C-94FE-46CB-B591-54F19410775D}">
      <dgm:prSet/>
      <dgm:spPr/>
      <dgm:t>
        <a:bodyPr/>
        <a:lstStyle/>
        <a:p>
          <a:endParaRPr lang="en-US"/>
        </a:p>
      </dgm:t>
    </dgm:pt>
    <dgm:pt modelId="{35DBEB2E-B3C0-4080-B186-F6CF7B061968}" type="sibTrans" cxnId="{D7F2F42C-94FE-46CB-B591-54F19410775D}">
      <dgm:prSet/>
      <dgm:spPr/>
      <dgm:t>
        <a:bodyPr/>
        <a:lstStyle/>
        <a:p>
          <a:endParaRPr lang="en-US"/>
        </a:p>
      </dgm:t>
    </dgm:pt>
    <dgm:pt modelId="{2365C5AA-14B9-436D-90AB-3121E8945A5A}">
      <dgm:prSet/>
      <dgm:spPr/>
      <dgm:t>
        <a:bodyPr/>
        <a:lstStyle/>
        <a:p>
          <a:r>
            <a:rPr lang="en-US"/>
            <a:t>Team Email: </a:t>
          </a:r>
          <a:r>
            <a:rPr lang="en-US">
              <a:hlinkClick xmlns:r="http://schemas.openxmlformats.org/officeDocument/2006/relationships" r:id="rId1"/>
            </a:rPr>
            <a:t>cps@citizensinc.com</a:t>
          </a:r>
          <a:r>
            <a:rPr lang="en-US"/>
            <a:t> </a:t>
          </a:r>
        </a:p>
      </dgm:t>
    </dgm:pt>
    <dgm:pt modelId="{512A3434-7AE2-477A-9E51-892DF36A64C0}" type="parTrans" cxnId="{7CD38404-3A72-42E3-80C5-F69E44F3B780}">
      <dgm:prSet/>
      <dgm:spPr/>
      <dgm:t>
        <a:bodyPr/>
        <a:lstStyle/>
        <a:p>
          <a:endParaRPr lang="en-US"/>
        </a:p>
      </dgm:t>
    </dgm:pt>
    <dgm:pt modelId="{089BF28E-7731-4BB5-A137-A44E64E8388F}" type="sibTrans" cxnId="{7CD38404-3A72-42E3-80C5-F69E44F3B780}">
      <dgm:prSet/>
      <dgm:spPr/>
      <dgm:t>
        <a:bodyPr/>
        <a:lstStyle/>
        <a:p>
          <a:endParaRPr lang="en-US"/>
        </a:p>
      </dgm:t>
    </dgm:pt>
    <dgm:pt modelId="{F3162A27-05E3-428D-83CA-157F1E3C91E1}">
      <dgm:prSet/>
      <dgm:spPr/>
      <dgm:t>
        <a:bodyPr/>
        <a:lstStyle/>
        <a:p>
          <a:r>
            <a:rPr lang="en-US" dirty="0"/>
            <a:t>Team Phone: (737) 289-4670 </a:t>
          </a:r>
        </a:p>
      </dgm:t>
    </dgm:pt>
    <dgm:pt modelId="{85430E3D-81FE-49EF-A9FE-616FE0799D87}" type="parTrans" cxnId="{88D95BE2-5BE2-4CBF-B51E-43945DC0691B}">
      <dgm:prSet/>
      <dgm:spPr/>
      <dgm:t>
        <a:bodyPr/>
        <a:lstStyle/>
        <a:p>
          <a:endParaRPr lang="en-US"/>
        </a:p>
      </dgm:t>
    </dgm:pt>
    <dgm:pt modelId="{EBCC4D03-7F5E-4C15-ADCC-B98AAEA1AFA7}" type="sibTrans" cxnId="{88D95BE2-5BE2-4CBF-B51E-43945DC0691B}">
      <dgm:prSet/>
      <dgm:spPr/>
      <dgm:t>
        <a:bodyPr/>
        <a:lstStyle/>
        <a:p>
          <a:endParaRPr lang="en-US"/>
        </a:p>
      </dgm:t>
    </dgm:pt>
    <dgm:pt modelId="{352F258F-F1CD-4F89-BD65-C250DA65A409}">
      <dgm:prSet/>
      <dgm:spPr>
        <a:solidFill>
          <a:schemeClr val="accent1">
            <a:lumMod val="75000"/>
          </a:schemeClr>
        </a:solidFill>
      </dgm:spPr>
      <dgm:t>
        <a:bodyPr/>
        <a:lstStyle/>
        <a:p>
          <a:r>
            <a:rPr lang="en-US" b="1"/>
            <a:t>Policy Holder Services Information: </a:t>
          </a:r>
          <a:endParaRPr lang="en-US"/>
        </a:p>
      </dgm:t>
    </dgm:pt>
    <dgm:pt modelId="{674122EA-33AA-44AE-9625-DEAB89042671}" type="parTrans" cxnId="{977FDF08-BC94-4FEF-830F-D7FDB460A251}">
      <dgm:prSet/>
      <dgm:spPr/>
      <dgm:t>
        <a:bodyPr/>
        <a:lstStyle/>
        <a:p>
          <a:endParaRPr lang="en-US"/>
        </a:p>
      </dgm:t>
    </dgm:pt>
    <dgm:pt modelId="{868DAEFF-E5F3-46D9-9552-BA652A1C5E3F}" type="sibTrans" cxnId="{977FDF08-BC94-4FEF-830F-D7FDB460A251}">
      <dgm:prSet/>
      <dgm:spPr/>
      <dgm:t>
        <a:bodyPr/>
        <a:lstStyle/>
        <a:p>
          <a:endParaRPr lang="en-US"/>
        </a:p>
      </dgm:t>
    </dgm:pt>
    <dgm:pt modelId="{7DC1B8A6-850F-4C4B-B5B5-860E982BF976}">
      <dgm:prSet/>
      <dgm:spPr/>
      <dgm:t>
        <a:bodyPr/>
        <a:lstStyle/>
        <a:p>
          <a:r>
            <a:rPr lang="en-US" dirty="0"/>
            <a:t>Team Email: </a:t>
          </a:r>
          <a:r>
            <a:rPr lang="en-US" dirty="0">
              <a:hlinkClick xmlns:r="http://schemas.openxmlformats.org/officeDocument/2006/relationships" r:id="rId2"/>
            </a:rPr>
            <a:t>phs.usa@citizensinc.com</a:t>
          </a:r>
          <a:r>
            <a:rPr lang="en-US" dirty="0"/>
            <a:t> </a:t>
          </a:r>
        </a:p>
      </dgm:t>
    </dgm:pt>
    <dgm:pt modelId="{05BDF02B-1CA2-4FE9-AA41-DE8DD37128DF}" type="parTrans" cxnId="{CED1E86F-EB93-4362-8E3F-B6339AFE3871}">
      <dgm:prSet/>
      <dgm:spPr/>
      <dgm:t>
        <a:bodyPr/>
        <a:lstStyle/>
        <a:p>
          <a:endParaRPr lang="en-US"/>
        </a:p>
      </dgm:t>
    </dgm:pt>
    <dgm:pt modelId="{51DBCC78-F9B6-4EAF-8E95-B4146CEA8CBF}" type="sibTrans" cxnId="{CED1E86F-EB93-4362-8E3F-B6339AFE3871}">
      <dgm:prSet/>
      <dgm:spPr/>
      <dgm:t>
        <a:bodyPr/>
        <a:lstStyle/>
        <a:p>
          <a:endParaRPr lang="en-US"/>
        </a:p>
      </dgm:t>
    </dgm:pt>
    <dgm:pt modelId="{61129091-421E-4C9A-85EC-1829A4C2553B}">
      <dgm:prSet/>
      <dgm:spPr/>
      <dgm:t>
        <a:bodyPr/>
        <a:lstStyle/>
        <a:p>
          <a:r>
            <a:rPr lang="en-US"/>
            <a:t>Team Phone: (877) 282-7127 </a:t>
          </a:r>
        </a:p>
      </dgm:t>
    </dgm:pt>
    <dgm:pt modelId="{4EFE5AC2-318F-468D-9A60-42ACA762707E}" type="parTrans" cxnId="{476DDEF7-295C-431F-8699-F2B4E0D62B79}">
      <dgm:prSet/>
      <dgm:spPr/>
      <dgm:t>
        <a:bodyPr/>
        <a:lstStyle/>
        <a:p>
          <a:endParaRPr lang="en-US"/>
        </a:p>
      </dgm:t>
    </dgm:pt>
    <dgm:pt modelId="{F58E658B-EC08-49BD-AB67-0D301912926F}" type="sibTrans" cxnId="{476DDEF7-295C-431F-8699-F2B4E0D62B79}">
      <dgm:prSet/>
      <dgm:spPr/>
      <dgm:t>
        <a:bodyPr/>
        <a:lstStyle/>
        <a:p>
          <a:endParaRPr lang="en-US"/>
        </a:p>
      </dgm:t>
    </dgm:pt>
    <dgm:pt modelId="{7C06F3B8-7972-4C90-BD55-85ADC62F6045}">
      <dgm:prSet/>
      <dgm:spPr>
        <a:solidFill>
          <a:schemeClr val="accent1">
            <a:lumMod val="60000"/>
            <a:lumOff val="40000"/>
          </a:schemeClr>
        </a:solidFill>
      </dgm:spPr>
      <dgm:t>
        <a:bodyPr/>
        <a:lstStyle/>
        <a:p>
          <a:r>
            <a:rPr lang="en-US" b="1"/>
            <a:t>New Business Department Information: </a:t>
          </a:r>
          <a:endParaRPr lang="en-US"/>
        </a:p>
      </dgm:t>
    </dgm:pt>
    <dgm:pt modelId="{CD4427C7-7EC2-430D-8787-85D0AD32EEE8}" type="parTrans" cxnId="{CB5D330B-81A4-4CD3-B848-D7ADDF81EDE0}">
      <dgm:prSet/>
      <dgm:spPr/>
      <dgm:t>
        <a:bodyPr/>
        <a:lstStyle/>
        <a:p>
          <a:endParaRPr lang="en-US"/>
        </a:p>
      </dgm:t>
    </dgm:pt>
    <dgm:pt modelId="{006E5701-BCE3-4F07-B147-3307BB3A3986}" type="sibTrans" cxnId="{CB5D330B-81A4-4CD3-B848-D7ADDF81EDE0}">
      <dgm:prSet/>
      <dgm:spPr/>
      <dgm:t>
        <a:bodyPr/>
        <a:lstStyle/>
        <a:p>
          <a:endParaRPr lang="en-US"/>
        </a:p>
      </dgm:t>
    </dgm:pt>
    <dgm:pt modelId="{29550512-32A1-4764-8A5B-A410F3B1E0B0}">
      <dgm:prSet/>
      <dgm:spPr/>
      <dgm:t>
        <a:bodyPr/>
        <a:lstStyle/>
        <a:p>
          <a:r>
            <a:rPr lang="en-US"/>
            <a:t>Team Email: </a:t>
          </a:r>
          <a:r>
            <a:rPr lang="en-US">
              <a:hlinkClick xmlns:r="http://schemas.openxmlformats.org/officeDocument/2006/relationships" r:id="rId3"/>
            </a:rPr>
            <a:t>nb@citizensinc.com</a:t>
          </a:r>
          <a:r>
            <a:rPr lang="en-US"/>
            <a:t> </a:t>
          </a:r>
        </a:p>
      </dgm:t>
    </dgm:pt>
    <dgm:pt modelId="{5DB5C24D-2B01-473A-9310-0C0E115FAF3B}" type="parTrans" cxnId="{996CFCB5-4D3F-4F80-BA0A-7BF39CE6B7AB}">
      <dgm:prSet/>
      <dgm:spPr/>
      <dgm:t>
        <a:bodyPr/>
        <a:lstStyle/>
        <a:p>
          <a:endParaRPr lang="en-US"/>
        </a:p>
      </dgm:t>
    </dgm:pt>
    <dgm:pt modelId="{9AD64C4F-C6D2-4783-A2DB-E914632C4815}" type="sibTrans" cxnId="{996CFCB5-4D3F-4F80-BA0A-7BF39CE6B7AB}">
      <dgm:prSet/>
      <dgm:spPr/>
      <dgm:t>
        <a:bodyPr/>
        <a:lstStyle/>
        <a:p>
          <a:endParaRPr lang="en-US"/>
        </a:p>
      </dgm:t>
    </dgm:pt>
    <dgm:pt modelId="{81EABC10-5344-4026-9B6B-7C0441D41D66}">
      <dgm:prSet/>
      <dgm:spPr/>
      <dgm:t>
        <a:bodyPr/>
        <a:lstStyle/>
        <a:p>
          <a:r>
            <a:rPr lang="en-US"/>
            <a:t>Team Phone: (737) 289-4670 </a:t>
          </a:r>
        </a:p>
      </dgm:t>
    </dgm:pt>
    <dgm:pt modelId="{645F44A0-347D-40BD-A1C7-EECE43138DF4}" type="parTrans" cxnId="{6EE06352-BF9A-4E4D-A25E-35708045E453}">
      <dgm:prSet/>
      <dgm:spPr/>
      <dgm:t>
        <a:bodyPr/>
        <a:lstStyle/>
        <a:p>
          <a:endParaRPr lang="en-US"/>
        </a:p>
      </dgm:t>
    </dgm:pt>
    <dgm:pt modelId="{D44D7680-BAA0-4059-AC11-BEA153D92E56}" type="sibTrans" cxnId="{6EE06352-BF9A-4E4D-A25E-35708045E453}">
      <dgm:prSet/>
      <dgm:spPr/>
      <dgm:t>
        <a:bodyPr/>
        <a:lstStyle/>
        <a:p>
          <a:endParaRPr lang="en-US"/>
        </a:p>
      </dgm:t>
    </dgm:pt>
    <dgm:pt modelId="{E216A47C-33BB-4A23-AE38-F3BC24D7E167}">
      <dgm:prSet/>
      <dgm:spPr>
        <a:solidFill>
          <a:schemeClr val="accent1">
            <a:lumMod val="40000"/>
            <a:lumOff val="60000"/>
          </a:schemeClr>
        </a:solidFill>
      </dgm:spPr>
      <dgm:t>
        <a:bodyPr/>
        <a:lstStyle/>
        <a:p>
          <a:r>
            <a:rPr lang="en-US" b="1"/>
            <a:t>Claims Department Information: </a:t>
          </a:r>
          <a:endParaRPr lang="en-US"/>
        </a:p>
      </dgm:t>
    </dgm:pt>
    <dgm:pt modelId="{FA1F68DC-A196-4AAD-B6F0-338C93805D1F}" type="parTrans" cxnId="{49E6C3D5-48E9-4DAE-8EB0-A118EE351128}">
      <dgm:prSet/>
      <dgm:spPr/>
      <dgm:t>
        <a:bodyPr/>
        <a:lstStyle/>
        <a:p>
          <a:endParaRPr lang="en-US"/>
        </a:p>
      </dgm:t>
    </dgm:pt>
    <dgm:pt modelId="{6BDA76E3-B7F4-4FD1-B1CA-78BEE435B2EC}" type="sibTrans" cxnId="{49E6C3D5-48E9-4DAE-8EB0-A118EE351128}">
      <dgm:prSet/>
      <dgm:spPr/>
      <dgm:t>
        <a:bodyPr/>
        <a:lstStyle/>
        <a:p>
          <a:endParaRPr lang="en-US"/>
        </a:p>
      </dgm:t>
    </dgm:pt>
    <dgm:pt modelId="{DB62155A-6079-47D6-BD55-AD590EC52422}">
      <dgm:prSet/>
      <dgm:spPr/>
      <dgm:t>
        <a:bodyPr/>
        <a:lstStyle/>
        <a:p>
          <a:r>
            <a:rPr lang="en-US" dirty="0"/>
            <a:t>Team Email: </a:t>
          </a:r>
          <a:r>
            <a:rPr lang="en-US" dirty="0">
              <a:hlinkClick xmlns:r="http://schemas.openxmlformats.org/officeDocument/2006/relationships" r:id="rId4"/>
            </a:rPr>
            <a:t>claims@citizensinc.com</a:t>
          </a:r>
          <a:r>
            <a:rPr lang="en-US" dirty="0"/>
            <a:t> </a:t>
          </a:r>
        </a:p>
      </dgm:t>
    </dgm:pt>
    <dgm:pt modelId="{E50EA415-E693-4494-A096-58D0A5C292B9}" type="parTrans" cxnId="{811F5C9D-8BCD-424B-9F00-F1E45357CB27}">
      <dgm:prSet/>
      <dgm:spPr/>
      <dgm:t>
        <a:bodyPr/>
        <a:lstStyle/>
        <a:p>
          <a:endParaRPr lang="en-US"/>
        </a:p>
      </dgm:t>
    </dgm:pt>
    <dgm:pt modelId="{822DC767-B7DB-4210-A963-E13438A5D757}" type="sibTrans" cxnId="{811F5C9D-8BCD-424B-9F00-F1E45357CB27}">
      <dgm:prSet/>
      <dgm:spPr/>
      <dgm:t>
        <a:bodyPr/>
        <a:lstStyle/>
        <a:p>
          <a:endParaRPr lang="en-US"/>
        </a:p>
      </dgm:t>
    </dgm:pt>
    <dgm:pt modelId="{2FD7CCE9-B89C-4EAE-8152-8785837FFE1F}">
      <dgm:prSet/>
      <dgm:spPr/>
      <dgm:t>
        <a:bodyPr/>
        <a:lstStyle/>
        <a:p>
          <a:r>
            <a:rPr lang="en-US"/>
            <a:t>Team Phone: 737-530-0337 or ext 10151 </a:t>
          </a:r>
        </a:p>
      </dgm:t>
    </dgm:pt>
    <dgm:pt modelId="{FA5EDE9E-41C4-4FEC-8978-6529A13B443F}" type="parTrans" cxnId="{51B9DA2F-9298-4BF7-BD68-15AF8B71B8DB}">
      <dgm:prSet/>
      <dgm:spPr/>
      <dgm:t>
        <a:bodyPr/>
        <a:lstStyle/>
        <a:p>
          <a:endParaRPr lang="en-US"/>
        </a:p>
      </dgm:t>
    </dgm:pt>
    <dgm:pt modelId="{1B91068A-3633-4154-BC55-59063F49A435}" type="sibTrans" cxnId="{51B9DA2F-9298-4BF7-BD68-15AF8B71B8DB}">
      <dgm:prSet/>
      <dgm:spPr/>
      <dgm:t>
        <a:bodyPr/>
        <a:lstStyle/>
        <a:p>
          <a:endParaRPr lang="en-US"/>
        </a:p>
      </dgm:t>
    </dgm:pt>
    <dgm:pt modelId="{7DE17A53-0686-4015-8BE3-483C6F1CF794}">
      <dgm:prSet/>
      <dgm:spPr>
        <a:solidFill>
          <a:schemeClr val="accent1">
            <a:lumMod val="20000"/>
            <a:lumOff val="80000"/>
          </a:schemeClr>
        </a:solidFill>
      </dgm:spPr>
      <dgm:t>
        <a:bodyPr/>
        <a:lstStyle/>
        <a:p>
          <a:r>
            <a:rPr lang="en-US" b="1" dirty="0"/>
            <a:t>Contracting, Appointments and Commission Department Information: </a:t>
          </a:r>
          <a:endParaRPr lang="en-US" dirty="0"/>
        </a:p>
      </dgm:t>
    </dgm:pt>
    <dgm:pt modelId="{C32EB092-F307-47F4-8292-57C0A856199E}" type="parTrans" cxnId="{0AF05E64-985C-48F7-9047-2FED83AED94F}">
      <dgm:prSet/>
      <dgm:spPr/>
      <dgm:t>
        <a:bodyPr/>
        <a:lstStyle/>
        <a:p>
          <a:endParaRPr lang="en-US"/>
        </a:p>
      </dgm:t>
    </dgm:pt>
    <dgm:pt modelId="{0A6E8C19-59F6-4D3F-A7AB-57C7FF0A1AAB}" type="sibTrans" cxnId="{0AF05E64-985C-48F7-9047-2FED83AED94F}">
      <dgm:prSet/>
      <dgm:spPr/>
      <dgm:t>
        <a:bodyPr/>
        <a:lstStyle/>
        <a:p>
          <a:endParaRPr lang="en-US"/>
        </a:p>
      </dgm:t>
    </dgm:pt>
    <dgm:pt modelId="{B7856D47-11BA-4DB3-922A-CDE1C070B802}">
      <dgm:prSet/>
      <dgm:spPr/>
      <dgm:t>
        <a:bodyPr/>
        <a:lstStyle/>
        <a:p>
          <a:r>
            <a:rPr lang="en-US"/>
            <a:t>Team Email: </a:t>
          </a:r>
          <a:r>
            <a:rPr lang="en-US">
              <a:hlinkClick xmlns:r="http://schemas.openxmlformats.org/officeDocument/2006/relationships" r:id="rId1"/>
            </a:rPr>
            <a:t>cps@citizensinc.com</a:t>
          </a:r>
          <a:r>
            <a:rPr lang="en-US"/>
            <a:t> </a:t>
          </a:r>
        </a:p>
      </dgm:t>
    </dgm:pt>
    <dgm:pt modelId="{B946FE35-9178-40C6-8BE2-3E8F44E4CB22}" type="parTrans" cxnId="{6C758B97-6469-4CE8-A8EF-6243F152E3F8}">
      <dgm:prSet/>
      <dgm:spPr/>
      <dgm:t>
        <a:bodyPr/>
        <a:lstStyle/>
        <a:p>
          <a:endParaRPr lang="en-US"/>
        </a:p>
      </dgm:t>
    </dgm:pt>
    <dgm:pt modelId="{33D21B50-9BC7-4F90-A7CF-E1ABCB5A8524}" type="sibTrans" cxnId="{6C758B97-6469-4CE8-A8EF-6243F152E3F8}">
      <dgm:prSet/>
      <dgm:spPr/>
      <dgm:t>
        <a:bodyPr/>
        <a:lstStyle/>
        <a:p>
          <a:endParaRPr lang="en-US"/>
        </a:p>
      </dgm:t>
    </dgm:pt>
    <dgm:pt modelId="{F587268A-B407-4E49-B41E-3A5C08EC75E2}">
      <dgm:prSet/>
      <dgm:spPr/>
      <dgm:t>
        <a:bodyPr/>
        <a:lstStyle/>
        <a:p>
          <a:r>
            <a:rPr lang="en-US"/>
            <a:t>Team Phone: (737) 289-4670 </a:t>
          </a:r>
        </a:p>
      </dgm:t>
    </dgm:pt>
    <dgm:pt modelId="{55E5EA06-8D66-4750-8387-A95C000A7C43}" type="parTrans" cxnId="{5D2A6506-2952-4FA0-BAD4-E19EC074035C}">
      <dgm:prSet/>
      <dgm:spPr/>
      <dgm:t>
        <a:bodyPr/>
        <a:lstStyle/>
        <a:p>
          <a:endParaRPr lang="en-US"/>
        </a:p>
      </dgm:t>
    </dgm:pt>
    <dgm:pt modelId="{105289FE-3286-4677-B089-097615F98190}" type="sibTrans" cxnId="{5D2A6506-2952-4FA0-BAD4-E19EC074035C}">
      <dgm:prSet/>
      <dgm:spPr/>
      <dgm:t>
        <a:bodyPr/>
        <a:lstStyle/>
        <a:p>
          <a:endParaRPr lang="en-US"/>
        </a:p>
      </dgm:t>
    </dgm:pt>
    <dgm:pt modelId="{0EDD315C-0105-4F4A-8DCC-4F805D8E53EE}" type="pres">
      <dgm:prSet presAssocID="{4D187134-2523-409A-8A1A-E62534B68E55}" presName="linear" presStyleCnt="0">
        <dgm:presLayoutVars>
          <dgm:animLvl val="lvl"/>
          <dgm:resizeHandles val="exact"/>
        </dgm:presLayoutVars>
      </dgm:prSet>
      <dgm:spPr/>
    </dgm:pt>
    <dgm:pt modelId="{5147935B-816A-CD40-9AFE-0187AE72AF5E}" type="pres">
      <dgm:prSet presAssocID="{421119B0-11F3-42ED-86B2-3F0A7A6A552B}" presName="parentText" presStyleLbl="node1" presStyleIdx="0" presStyleCnt="5">
        <dgm:presLayoutVars>
          <dgm:chMax val="0"/>
          <dgm:bulletEnabled val="1"/>
        </dgm:presLayoutVars>
      </dgm:prSet>
      <dgm:spPr/>
    </dgm:pt>
    <dgm:pt modelId="{EF6013F4-80FD-4B49-AD4D-B71D413A01F0}" type="pres">
      <dgm:prSet presAssocID="{421119B0-11F3-42ED-86B2-3F0A7A6A552B}" presName="childText" presStyleLbl="revTx" presStyleIdx="0" presStyleCnt="5">
        <dgm:presLayoutVars>
          <dgm:bulletEnabled val="1"/>
        </dgm:presLayoutVars>
      </dgm:prSet>
      <dgm:spPr/>
    </dgm:pt>
    <dgm:pt modelId="{008DF5D1-D635-C049-B7AB-61BB61357291}" type="pres">
      <dgm:prSet presAssocID="{352F258F-F1CD-4F89-BD65-C250DA65A409}" presName="parentText" presStyleLbl="node1" presStyleIdx="1" presStyleCnt="5">
        <dgm:presLayoutVars>
          <dgm:chMax val="0"/>
          <dgm:bulletEnabled val="1"/>
        </dgm:presLayoutVars>
      </dgm:prSet>
      <dgm:spPr/>
    </dgm:pt>
    <dgm:pt modelId="{AA61A909-53C7-5944-A07A-C758AFF50831}" type="pres">
      <dgm:prSet presAssocID="{352F258F-F1CD-4F89-BD65-C250DA65A409}" presName="childText" presStyleLbl="revTx" presStyleIdx="1" presStyleCnt="5">
        <dgm:presLayoutVars>
          <dgm:bulletEnabled val="1"/>
        </dgm:presLayoutVars>
      </dgm:prSet>
      <dgm:spPr/>
    </dgm:pt>
    <dgm:pt modelId="{506372F9-1E48-2543-9E2C-F4FB05B9E6E3}" type="pres">
      <dgm:prSet presAssocID="{7C06F3B8-7972-4C90-BD55-85ADC62F6045}" presName="parentText" presStyleLbl="node1" presStyleIdx="2" presStyleCnt="5">
        <dgm:presLayoutVars>
          <dgm:chMax val="0"/>
          <dgm:bulletEnabled val="1"/>
        </dgm:presLayoutVars>
      </dgm:prSet>
      <dgm:spPr/>
    </dgm:pt>
    <dgm:pt modelId="{D82A19B6-A407-F547-9252-26B53BAD7C57}" type="pres">
      <dgm:prSet presAssocID="{7C06F3B8-7972-4C90-BD55-85ADC62F6045}" presName="childText" presStyleLbl="revTx" presStyleIdx="2" presStyleCnt="5">
        <dgm:presLayoutVars>
          <dgm:bulletEnabled val="1"/>
        </dgm:presLayoutVars>
      </dgm:prSet>
      <dgm:spPr/>
    </dgm:pt>
    <dgm:pt modelId="{579080C8-C9AA-1741-8C3C-5CCD4561FC62}" type="pres">
      <dgm:prSet presAssocID="{E216A47C-33BB-4A23-AE38-F3BC24D7E167}" presName="parentText" presStyleLbl="node1" presStyleIdx="3" presStyleCnt="5">
        <dgm:presLayoutVars>
          <dgm:chMax val="0"/>
          <dgm:bulletEnabled val="1"/>
        </dgm:presLayoutVars>
      </dgm:prSet>
      <dgm:spPr/>
    </dgm:pt>
    <dgm:pt modelId="{F745DEB1-75F9-A342-865D-EA420D37269C}" type="pres">
      <dgm:prSet presAssocID="{E216A47C-33BB-4A23-AE38-F3BC24D7E167}" presName="childText" presStyleLbl="revTx" presStyleIdx="3" presStyleCnt="5">
        <dgm:presLayoutVars>
          <dgm:bulletEnabled val="1"/>
        </dgm:presLayoutVars>
      </dgm:prSet>
      <dgm:spPr/>
    </dgm:pt>
    <dgm:pt modelId="{1825C8B8-E885-2F43-9E29-F57519B9AB8B}" type="pres">
      <dgm:prSet presAssocID="{7DE17A53-0686-4015-8BE3-483C6F1CF794}" presName="parentText" presStyleLbl="node1" presStyleIdx="4" presStyleCnt="5">
        <dgm:presLayoutVars>
          <dgm:chMax val="0"/>
          <dgm:bulletEnabled val="1"/>
        </dgm:presLayoutVars>
      </dgm:prSet>
      <dgm:spPr/>
    </dgm:pt>
    <dgm:pt modelId="{31AD5D85-5216-9C43-98CE-AD6C20B14890}" type="pres">
      <dgm:prSet presAssocID="{7DE17A53-0686-4015-8BE3-483C6F1CF794}" presName="childText" presStyleLbl="revTx" presStyleIdx="4" presStyleCnt="5">
        <dgm:presLayoutVars>
          <dgm:bulletEnabled val="1"/>
        </dgm:presLayoutVars>
      </dgm:prSet>
      <dgm:spPr/>
    </dgm:pt>
  </dgm:ptLst>
  <dgm:cxnLst>
    <dgm:cxn modelId="{7CD38404-3A72-42E3-80C5-F69E44F3B780}" srcId="{421119B0-11F3-42ED-86B2-3F0A7A6A552B}" destId="{2365C5AA-14B9-436D-90AB-3121E8945A5A}" srcOrd="0" destOrd="0" parTransId="{512A3434-7AE2-477A-9E51-892DF36A64C0}" sibTransId="{089BF28E-7731-4BB5-A137-A44E64E8388F}"/>
    <dgm:cxn modelId="{5D2A6506-2952-4FA0-BAD4-E19EC074035C}" srcId="{7DE17A53-0686-4015-8BE3-483C6F1CF794}" destId="{F587268A-B407-4E49-B41E-3A5C08EC75E2}" srcOrd="1" destOrd="0" parTransId="{55E5EA06-8D66-4750-8387-A95C000A7C43}" sibTransId="{105289FE-3286-4677-B089-097615F98190}"/>
    <dgm:cxn modelId="{977FDF08-BC94-4FEF-830F-D7FDB460A251}" srcId="{4D187134-2523-409A-8A1A-E62534B68E55}" destId="{352F258F-F1CD-4F89-BD65-C250DA65A409}" srcOrd="1" destOrd="0" parTransId="{674122EA-33AA-44AE-9625-DEAB89042671}" sibTransId="{868DAEFF-E5F3-46D9-9552-BA652A1C5E3F}"/>
    <dgm:cxn modelId="{CB5D330B-81A4-4CD3-B848-D7ADDF81EDE0}" srcId="{4D187134-2523-409A-8A1A-E62534B68E55}" destId="{7C06F3B8-7972-4C90-BD55-85ADC62F6045}" srcOrd="2" destOrd="0" parTransId="{CD4427C7-7EC2-430D-8787-85D0AD32EEE8}" sibTransId="{006E5701-BCE3-4F07-B147-3307BB3A3986}"/>
    <dgm:cxn modelId="{9203060E-5BA7-794B-AB0B-78EFFE26973A}" type="presOf" srcId="{2365C5AA-14B9-436D-90AB-3121E8945A5A}" destId="{EF6013F4-80FD-4B49-AD4D-B71D413A01F0}" srcOrd="0" destOrd="0" presId="urn:microsoft.com/office/officeart/2005/8/layout/vList2"/>
    <dgm:cxn modelId="{26986B27-8B89-C44C-8BE2-D24844160E40}" type="presOf" srcId="{B7856D47-11BA-4DB3-922A-CDE1C070B802}" destId="{31AD5D85-5216-9C43-98CE-AD6C20B14890}" srcOrd="0" destOrd="0" presId="urn:microsoft.com/office/officeart/2005/8/layout/vList2"/>
    <dgm:cxn modelId="{D7F2F42C-94FE-46CB-B591-54F19410775D}" srcId="{4D187134-2523-409A-8A1A-E62534B68E55}" destId="{421119B0-11F3-42ED-86B2-3F0A7A6A552B}" srcOrd="0" destOrd="0" parTransId="{8FA4BA2A-6E28-49AA-A3A0-D67FA5097044}" sibTransId="{35DBEB2E-B3C0-4080-B186-F6CF7B061968}"/>
    <dgm:cxn modelId="{51B9DA2F-9298-4BF7-BD68-15AF8B71B8DB}" srcId="{E216A47C-33BB-4A23-AE38-F3BC24D7E167}" destId="{2FD7CCE9-B89C-4EAE-8152-8785837FFE1F}" srcOrd="1" destOrd="0" parTransId="{FA5EDE9E-41C4-4FEC-8978-6529A13B443F}" sibTransId="{1B91068A-3633-4154-BC55-59063F49A435}"/>
    <dgm:cxn modelId="{C1072531-E2D4-154D-A16E-C9EDF8C7DCC9}" type="presOf" srcId="{F3162A27-05E3-428D-83CA-157F1E3C91E1}" destId="{EF6013F4-80FD-4B49-AD4D-B71D413A01F0}" srcOrd="0" destOrd="1" presId="urn:microsoft.com/office/officeart/2005/8/layout/vList2"/>
    <dgm:cxn modelId="{44DF6F42-F679-6448-8B3A-7349CD0CA4CC}" type="presOf" srcId="{81EABC10-5344-4026-9B6B-7C0441D41D66}" destId="{D82A19B6-A407-F547-9252-26B53BAD7C57}" srcOrd="0" destOrd="1" presId="urn:microsoft.com/office/officeart/2005/8/layout/vList2"/>
    <dgm:cxn modelId="{6EE06352-BF9A-4E4D-A25E-35708045E453}" srcId="{7C06F3B8-7972-4C90-BD55-85ADC62F6045}" destId="{81EABC10-5344-4026-9B6B-7C0441D41D66}" srcOrd="1" destOrd="0" parTransId="{645F44A0-347D-40BD-A1C7-EECE43138DF4}" sibTransId="{D44D7680-BAA0-4059-AC11-BEA153D92E56}"/>
    <dgm:cxn modelId="{8E735457-EC48-D44D-91A5-80E6B6A1DECA}" type="presOf" srcId="{7DC1B8A6-850F-4C4B-B5B5-860E982BF976}" destId="{AA61A909-53C7-5944-A07A-C758AFF50831}" srcOrd="0" destOrd="0" presId="urn:microsoft.com/office/officeart/2005/8/layout/vList2"/>
    <dgm:cxn modelId="{BA74395A-A214-FA40-8441-3A433348777F}" type="presOf" srcId="{E216A47C-33BB-4A23-AE38-F3BC24D7E167}" destId="{579080C8-C9AA-1741-8C3C-5CCD4561FC62}" srcOrd="0" destOrd="0" presId="urn:microsoft.com/office/officeart/2005/8/layout/vList2"/>
    <dgm:cxn modelId="{C253545D-966E-134E-AACA-EA58920B3372}" type="presOf" srcId="{4D187134-2523-409A-8A1A-E62534B68E55}" destId="{0EDD315C-0105-4F4A-8DCC-4F805D8E53EE}" srcOrd="0" destOrd="0" presId="urn:microsoft.com/office/officeart/2005/8/layout/vList2"/>
    <dgm:cxn modelId="{0AF05E64-985C-48F7-9047-2FED83AED94F}" srcId="{4D187134-2523-409A-8A1A-E62534B68E55}" destId="{7DE17A53-0686-4015-8BE3-483C6F1CF794}" srcOrd="4" destOrd="0" parTransId="{C32EB092-F307-47F4-8292-57C0A856199E}" sibTransId="{0A6E8C19-59F6-4D3F-A7AB-57C7FF0A1AAB}"/>
    <dgm:cxn modelId="{543ACD64-DF07-1F4C-BA9F-6F2088EE2E8E}" type="presOf" srcId="{61129091-421E-4C9A-85EC-1829A4C2553B}" destId="{AA61A909-53C7-5944-A07A-C758AFF50831}" srcOrd="0" destOrd="1" presId="urn:microsoft.com/office/officeart/2005/8/layout/vList2"/>
    <dgm:cxn modelId="{CED1E86F-EB93-4362-8E3F-B6339AFE3871}" srcId="{352F258F-F1CD-4F89-BD65-C250DA65A409}" destId="{7DC1B8A6-850F-4C4B-B5B5-860E982BF976}" srcOrd="0" destOrd="0" parTransId="{05BDF02B-1CA2-4FE9-AA41-DE8DD37128DF}" sibTransId="{51DBCC78-F9B6-4EAF-8E95-B4146CEA8CBF}"/>
    <dgm:cxn modelId="{CAA67B7A-21D3-AD40-A42A-97FAB8009A4C}" type="presOf" srcId="{F587268A-B407-4E49-B41E-3A5C08EC75E2}" destId="{31AD5D85-5216-9C43-98CE-AD6C20B14890}" srcOrd="0" destOrd="1" presId="urn:microsoft.com/office/officeart/2005/8/layout/vList2"/>
    <dgm:cxn modelId="{AA7B337F-DBDF-394F-8232-8E1A93DDD007}" type="presOf" srcId="{7C06F3B8-7972-4C90-BD55-85ADC62F6045}" destId="{506372F9-1E48-2543-9E2C-F4FB05B9E6E3}" srcOrd="0" destOrd="0" presId="urn:microsoft.com/office/officeart/2005/8/layout/vList2"/>
    <dgm:cxn modelId="{C987B17F-81BD-384B-BBAD-C8A5DDBA39EB}" type="presOf" srcId="{421119B0-11F3-42ED-86B2-3F0A7A6A552B}" destId="{5147935B-816A-CD40-9AFE-0187AE72AF5E}" srcOrd="0" destOrd="0" presId="urn:microsoft.com/office/officeart/2005/8/layout/vList2"/>
    <dgm:cxn modelId="{AA698E80-FA7C-B548-ACC0-08B4E49818C4}" type="presOf" srcId="{7DE17A53-0686-4015-8BE3-483C6F1CF794}" destId="{1825C8B8-E885-2F43-9E29-F57519B9AB8B}" srcOrd="0" destOrd="0" presId="urn:microsoft.com/office/officeart/2005/8/layout/vList2"/>
    <dgm:cxn modelId="{CC6CCC8C-AE88-E74C-98BB-BD505374A6DC}" type="presOf" srcId="{352F258F-F1CD-4F89-BD65-C250DA65A409}" destId="{008DF5D1-D635-C049-B7AB-61BB61357291}" srcOrd="0" destOrd="0" presId="urn:microsoft.com/office/officeart/2005/8/layout/vList2"/>
    <dgm:cxn modelId="{6C758B97-6469-4CE8-A8EF-6243F152E3F8}" srcId="{7DE17A53-0686-4015-8BE3-483C6F1CF794}" destId="{B7856D47-11BA-4DB3-922A-CDE1C070B802}" srcOrd="0" destOrd="0" parTransId="{B946FE35-9178-40C6-8BE2-3E8F44E4CB22}" sibTransId="{33D21B50-9BC7-4F90-A7CF-E1ABCB5A8524}"/>
    <dgm:cxn modelId="{811F5C9D-8BCD-424B-9F00-F1E45357CB27}" srcId="{E216A47C-33BB-4A23-AE38-F3BC24D7E167}" destId="{DB62155A-6079-47D6-BD55-AD590EC52422}" srcOrd="0" destOrd="0" parTransId="{E50EA415-E693-4494-A096-58D0A5C292B9}" sibTransId="{822DC767-B7DB-4210-A963-E13438A5D757}"/>
    <dgm:cxn modelId="{9A2CDDA0-32D6-7144-BAE1-C1BAD87BC569}" type="presOf" srcId="{DB62155A-6079-47D6-BD55-AD590EC52422}" destId="{F745DEB1-75F9-A342-865D-EA420D37269C}" srcOrd="0" destOrd="0" presId="urn:microsoft.com/office/officeart/2005/8/layout/vList2"/>
    <dgm:cxn modelId="{996CFCB5-4D3F-4F80-BA0A-7BF39CE6B7AB}" srcId="{7C06F3B8-7972-4C90-BD55-85ADC62F6045}" destId="{29550512-32A1-4764-8A5B-A410F3B1E0B0}" srcOrd="0" destOrd="0" parTransId="{5DB5C24D-2B01-473A-9310-0C0E115FAF3B}" sibTransId="{9AD64C4F-C6D2-4783-A2DB-E914632C4815}"/>
    <dgm:cxn modelId="{49E6C3D5-48E9-4DAE-8EB0-A118EE351128}" srcId="{4D187134-2523-409A-8A1A-E62534B68E55}" destId="{E216A47C-33BB-4A23-AE38-F3BC24D7E167}" srcOrd="3" destOrd="0" parTransId="{FA1F68DC-A196-4AAD-B6F0-338C93805D1F}" sibTransId="{6BDA76E3-B7F4-4FD1-B1CA-78BEE435B2EC}"/>
    <dgm:cxn modelId="{88D95BE2-5BE2-4CBF-B51E-43945DC0691B}" srcId="{421119B0-11F3-42ED-86B2-3F0A7A6A552B}" destId="{F3162A27-05E3-428D-83CA-157F1E3C91E1}" srcOrd="1" destOrd="0" parTransId="{85430E3D-81FE-49EF-A9FE-616FE0799D87}" sibTransId="{EBCC4D03-7F5E-4C15-ADCC-B98AAEA1AFA7}"/>
    <dgm:cxn modelId="{476DDEF7-295C-431F-8699-F2B4E0D62B79}" srcId="{352F258F-F1CD-4F89-BD65-C250DA65A409}" destId="{61129091-421E-4C9A-85EC-1829A4C2553B}" srcOrd="1" destOrd="0" parTransId="{4EFE5AC2-318F-468D-9A60-42ACA762707E}" sibTransId="{F58E658B-EC08-49BD-AB67-0D301912926F}"/>
    <dgm:cxn modelId="{7A741CF9-1443-E54E-84D7-4073FF565E4D}" type="presOf" srcId="{29550512-32A1-4764-8A5B-A410F3B1E0B0}" destId="{D82A19B6-A407-F547-9252-26B53BAD7C57}" srcOrd="0" destOrd="0" presId="urn:microsoft.com/office/officeart/2005/8/layout/vList2"/>
    <dgm:cxn modelId="{2977D3FE-A657-C14B-95C9-5A7F52C2C89F}" type="presOf" srcId="{2FD7CCE9-B89C-4EAE-8152-8785837FFE1F}" destId="{F745DEB1-75F9-A342-865D-EA420D37269C}" srcOrd="0" destOrd="1" presId="urn:microsoft.com/office/officeart/2005/8/layout/vList2"/>
    <dgm:cxn modelId="{45C3E52C-679F-F445-A7C2-C6D8001DA32A}" type="presParOf" srcId="{0EDD315C-0105-4F4A-8DCC-4F805D8E53EE}" destId="{5147935B-816A-CD40-9AFE-0187AE72AF5E}" srcOrd="0" destOrd="0" presId="urn:microsoft.com/office/officeart/2005/8/layout/vList2"/>
    <dgm:cxn modelId="{0B9A56B2-4ADA-3243-99B0-17E9A4926989}" type="presParOf" srcId="{0EDD315C-0105-4F4A-8DCC-4F805D8E53EE}" destId="{EF6013F4-80FD-4B49-AD4D-B71D413A01F0}" srcOrd="1" destOrd="0" presId="urn:microsoft.com/office/officeart/2005/8/layout/vList2"/>
    <dgm:cxn modelId="{38CA6B97-C0DA-8C42-B106-6AE2B5500B14}" type="presParOf" srcId="{0EDD315C-0105-4F4A-8DCC-4F805D8E53EE}" destId="{008DF5D1-D635-C049-B7AB-61BB61357291}" srcOrd="2" destOrd="0" presId="urn:microsoft.com/office/officeart/2005/8/layout/vList2"/>
    <dgm:cxn modelId="{5D61ED71-60E2-A74C-99AC-A056A57A0E7C}" type="presParOf" srcId="{0EDD315C-0105-4F4A-8DCC-4F805D8E53EE}" destId="{AA61A909-53C7-5944-A07A-C758AFF50831}" srcOrd="3" destOrd="0" presId="urn:microsoft.com/office/officeart/2005/8/layout/vList2"/>
    <dgm:cxn modelId="{4931DB01-2138-904A-9D61-953EFE3F1A4D}" type="presParOf" srcId="{0EDD315C-0105-4F4A-8DCC-4F805D8E53EE}" destId="{506372F9-1E48-2543-9E2C-F4FB05B9E6E3}" srcOrd="4" destOrd="0" presId="urn:microsoft.com/office/officeart/2005/8/layout/vList2"/>
    <dgm:cxn modelId="{DD1C9F67-9CE2-1146-A1B0-5E1F0A855088}" type="presParOf" srcId="{0EDD315C-0105-4F4A-8DCC-4F805D8E53EE}" destId="{D82A19B6-A407-F547-9252-26B53BAD7C57}" srcOrd="5" destOrd="0" presId="urn:microsoft.com/office/officeart/2005/8/layout/vList2"/>
    <dgm:cxn modelId="{76EA7129-9E3A-3340-BA61-0F59DDA09374}" type="presParOf" srcId="{0EDD315C-0105-4F4A-8DCC-4F805D8E53EE}" destId="{579080C8-C9AA-1741-8C3C-5CCD4561FC62}" srcOrd="6" destOrd="0" presId="urn:microsoft.com/office/officeart/2005/8/layout/vList2"/>
    <dgm:cxn modelId="{3C9A83A6-88EB-3545-AFFF-B500E2373BD2}" type="presParOf" srcId="{0EDD315C-0105-4F4A-8DCC-4F805D8E53EE}" destId="{F745DEB1-75F9-A342-865D-EA420D37269C}" srcOrd="7" destOrd="0" presId="urn:microsoft.com/office/officeart/2005/8/layout/vList2"/>
    <dgm:cxn modelId="{AD50E711-0630-1747-8F12-333513730A94}" type="presParOf" srcId="{0EDD315C-0105-4F4A-8DCC-4F805D8E53EE}" destId="{1825C8B8-E885-2F43-9E29-F57519B9AB8B}" srcOrd="8" destOrd="0" presId="urn:microsoft.com/office/officeart/2005/8/layout/vList2"/>
    <dgm:cxn modelId="{80C677E9-07BE-9E4F-AA06-4AEEBD03DB65}" type="presParOf" srcId="{0EDD315C-0105-4F4A-8DCC-4F805D8E53EE}" destId="{31AD5D85-5216-9C43-98CE-AD6C20B14890}" srcOrd="9"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75F11D-437D-43C2-A0B7-FF6C6FD1E36E}">
      <dsp:nvSpPr>
        <dsp:cNvPr id="0" name=""/>
        <dsp:cNvSpPr/>
      </dsp:nvSpPr>
      <dsp:spPr>
        <a:xfrm>
          <a:off x="0" y="0"/>
          <a:ext cx="10420344" cy="1079579"/>
        </a:xfrm>
        <a:prstGeom prst="roundRect">
          <a:avLst>
            <a:gd name="adj" fmla="val 10000"/>
          </a:avLst>
        </a:prstGeom>
        <a:solidFill>
          <a:schemeClr val="accent1">
            <a:lumMod val="20000"/>
            <a:lumOff val="80000"/>
          </a:schemeClr>
        </a:solidFill>
        <a:ln>
          <a:noFill/>
        </a:ln>
        <a:effectLst/>
      </dsp:spPr>
      <dsp:style>
        <a:lnRef idx="0">
          <a:scrgbClr r="0" g="0" b="0"/>
        </a:lnRef>
        <a:fillRef idx="1">
          <a:scrgbClr r="0" g="0" b="0"/>
        </a:fillRef>
        <a:effectRef idx="0">
          <a:scrgbClr r="0" g="0" b="0"/>
        </a:effectRef>
        <a:fontRef idx="minor"/>
      </dsp:style>
    </dsp:sp>
    <dsp:sp modelId="{5E204BBD-F045-4691-BE9B-04CEDE6C9774}">
      <dsp:nvSpPr>
        <dsp:cNvPr id="0" name=""/>
        <dsp:cNvSpPr/>
      </dsp:nvSpPr>
      <dsp:spPr>
        <a:xfrm>
          <a:off x="326572" y="247973"/>
          <a:ext cx="593768" cy="59376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CC9702-40BF-4D84-AAF6-AFF7E1685151}">
      <dsp:nvSpPr>
        <dsp:cNvPr id="0" name=""/>
        <dsp:cNvSpPr/>
      </dsp:nvSpPr>
      <dsp:spPr>
        <a:xfrm>
          <a:off x="1246913" y="5068"/>
          <a:ext cx="9173430" cy="1079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255" tIns="114255" rIns="114255" bIns="114255" numCol="1" spcCol="1270" anchor="ctr" anchorCtr="0">
          <a:noAutofit/>
        </a:bodyPr>
        <a:lstStyle/>
        <a:p>
          <a:pPr marL="0" lvl="0" indent="0" algn="l" defTabSz="1244600">
            <a:lnSpc>
              <a:spcPct val="100000"/>
            </a:lnSpc>
            <a:spcBef>
              <a:spcPct val="0"/>
            </a:spcBef>
            <a:spcAft>
              <a:spcPct val="35000"/>
            </a:spcAft>
            <a:buNone/>
          </a:pPr>
          <a:r>
            <a:rPr lang="en-US" sz="2800" kern="1200" dirty="0"/>
            <a:t>●  No Height/Weight requirement </a:t>
          </a:r>
        </a:p>
      </dsp:txBody>
      <dsp:txXfrm>
        <a:off x="1246913" y="5068"/>
        <a:ext cx="9173430" cy="1079579"/>
      </dsp:txXfrm>
    </dsp:sp>
    <dsp:sp modelId="{4257E664-8B3E-4C1A-8BB3-15DA77BBD405}">
      <dsp:nvSpPr>
        <dsp:cNvPr id="0" name=""/>
        <dsp:cNvSpPr/>
      </dsp:nvSpPr>
      <dsp:spPr>
        <a:xfrm>
          <a:off x="0" y="1354542"/>
          <a:ext cx="10420344" cy="1079579"/>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F885D86A-A977-4024-B06D-F63D280F2399}">
      <dsp:nvSpPr>
        <dsp:cNvPr id="0" name=""/>
        <dsp:cNvSpPr/>
      </dsp:nvSpPr>
      <dsp:spPr>
        <a:xfrm>
          <a:off x="326572" y="1597447"/>
          <a:ext cx="593768" cy="59376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439DB23-9E8E-4878-B09A-0BF6C9EC3320}">
      <dsp:nvSpPr>
        <dsp:cNvPr id="0" name=""/>
        <dsp:cNvSpPr/>
      </dsp:nvSpPr>
      <dsp:spPr>
        <a:xfrm>
          <a:off x="1246913" y="1354542"/>
          <a:ext cx="9173430" cy="1079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255" tIns="114255" rIns="114255" bIns="114255" numCol="1" spcCol="1270" anchor="ctr" anchorCtr="0">
          <a:noAutofit/>
        </a:bodyPr>
        <a:lstStyle/>
        <a:p>
          <a:pPr marL="0" lvl="0" indent="0" algn="l" defTabSz="1244600">
            <a:lnSpc>
              <a:spcPct val="100000"/>
            </a:lnSpc>
            <a:spcBef>
              <a:spcPct val="0"/>
            </a:spcBef>
            <a:spcAft>
              <a:spcPct val="35000"/>
            </a:spcAft>
            <a:buNone/>
          </a:pPr>
          <a:r>
            <a:rPr lang="en-US" sz="2800" kern="1200" dirty="0"/>
            <a:t>●  Issue age is age of </a:t>
          </a:r>
          <a:r>
            <a:rPr lang="en-US" sz="2800" b="1" kern="1200" dirty="0"/>
            <a:t>LAST</a:t>
          </a:r>
          <a:r>
            <a:rPr lang="en-US" sz="2800" kern="1200" dirty="0"/>
            <a:t> birthday </a:t>
          </a:r>
        </a:p>
      </dsp:txBody>
      <dsp:txXfrm>
        <a:off x="1246913" y="1354542"/>
        <a:ext cx="9173430" cy="1079579"/>
      </dsp:txXfrm>
    </dsp:sp>
    <dsp:sp modelId="{16CEDB17-B40A-428E-9A54-3289EDD52C3D}">
      <dsp:nvSpPr>
        <dsp:cNvPr id="0" name=""/>
        <dsp:cNvSpPr/>
      </dsp:nvSpPr>
      <dsp:spPr>
        <a:xfrm>
          <a:off x="0" y="2704016"/>
          <a:ext cx="10420344" cy="1079579"/>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940778BA-E739-4782-94A2-8289E01A0F75}">
      <dsp:nvSpPr>
        <dsp:cNvPr id="0" name=""/>
        <dsp:cNvSpPr/>
      </dsp:nvSpPr>
      <dsp:spPr>
        <a:xfrm>
          <a:off x="326572" y="2946921"/>
          <a:ext cx="593768" cy="59376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E9A419-2B0D-42AD-8B38-B7AB548D2288}">
      <dsp:nvSpPr>
        <dsp:cNvPr id="0" name=""/>
        <dsp:cNvSpPr/>
      </dsp:nvSpPr>
      <dsp:spPr>
        <a:xfrm>
          <a:off x="1246913" y="2704016"/>
          <a:ext cx="9173430" cy="1079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255" tIns="114255" rIns="114255" bIns="114255" numCol="1" spcCol="1270" anchor="ctr" anchorCtr="0">
          <a:noAutofit/>
        </a:bodyPr>
        <a:lstStyle/>
        <a:p>
          <a:pPr marL="0" lvl="0" indent="0" algn="l" defTabSz="1244600">
            <a:lnSpc>
              <a:spcPct val="100000"/>
            </a:lnSpc>
            <a:spcBef>
              <a:spcPct val="0"/>
            </a:spcBef>
            <a:spcAft>
              <a:spcPct val="35000"/>
            </a:spcAft>
            <a:buNone/>
          </a:pPr>
          <a:r>
            <a:rPr lang="en-US" sz="2800" kern="1200" dirty="0"/>
            <a:t>●  No MIB or RX </a:t>
          </a:r>
        </a:p>
      </dsp:txBody>
      <dsp:txXfrm>
        <a:off x="1246913" y="2704016"/>
        <a:ext cx="9173430" cy="1079579"/>
      </dsp:txXfrm>
    </dsp:sp>
    <dsp:sp modelId="{BAE13429-30E5-42DC-80D4-8BAEA0E2E40D}">
      <dsp:nvSpPr>
        <dsp:cNvPr id="0" name=""/>
        <dsp:cNvSpPr/>
      </dsp:nvSpPr>
      <dsp:spPr>
        <a:xfrm>
          <a:off x="0" y="4053490"/>
          <a:ext cx="10420344" cy="1079579"/>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798CE41C-7A18-4F41-98FA-553B44A14199}">
      <dsp:nvSpPr>
        <dsp:cNvPr id="0" name=""/>
        <dsp:cNvSpPr/>
      </dsp:nvSpPr>
      <dsp:spPr>
        <a:xfrm>
          <a:off x="326572" y="4296395"/>
          <a:ext cx="593768" cy="59376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5C661E-FC82-477F-8EB9-55DA9C961EDE}">
      <dsp:nvSpPr>
        <dsp:cNvPr id="0" name=""/>
        <dsp:cNvSpPr/>
      </dsp:nvSpPr>
      <dsp:spPr>
        <a:xfrm>
          <a:off x="1246913" y="4053490"/>
          <a:ext cx="9173430" cy="1079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255" tIns="114255" rIns="114255" bIns="114255" numCol="1" spcCol="1270" anchor="ctr" anchorCtr="0">
          <a:noAutofit/>
        </a:bodyPr>
        <a:lstStyle/>
        <a:p>
          <a:pPr marL="0" lvl="0" indent="0" algn="l" defTabSz="1244600">
            <a:lnSpc>
              <a:spcPct val="100000"/>
            </a:lnSpc>
            <a:spcBef>
              <a:spcPct val="0"/>
            </a:spcBef>
            <a:spcAft>
              <a:spcPct val="35000"/>
            </a:spcAft>
            <a:buNone/>
          </a:pPr>
          <a:r>
            <a:rPr lang="en-US" sz="2800" kern="1200" dirty="0"/>
            <a:t>●  No tobacco usage question </a:t>
          </a:r>
        </a:p>
      </dsp:txBody>
      <dsp:txXfrm>
        <a:off x="1246913" y="4053490"/>
        <a:ext cx="9173430" cy="1079579"/>
      </dsp:txXfrm>
    </dsp:sp>
    <dsp:sp modelId="{AF1BC1A9-0757-446A-A862-E086729C222D}">
      <dsp:nvSpPr>
        <dsp:cNvPr id="0" name=""/>
        <dsp:cNvSpPr/>
      </dsp:nvSpPr>
      <dsp:spPr>
        <a:xfrm>
          <a:off x="0" y="5402964"/>
          <a:ext cx="10420344" cy="1079579"/>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5502FA8B-E3CC-4E58-BD96-CD4AD3D4CB45}">
      <dsp:nvSpPr>
        <dsp:cNvPr id="0" name=""/>
        <dsp:cNvSpPr/>
      </dsp:nvSpPr>
      <dsp:spPr>
        <a:xfrm>
          <a:off x="326572" y="5645869"/>
          <a:ext cx="593768" cy="59376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3F26F3F-B639-4BE1-A577-7B1178FECB14}">
      <dsp:nvSpPr>
        <dsp:cNvPr id="0" name=""/>
        <dsp:cNvSpPr/>
      </dsp:nvSpPr>
      <dsp:spPr>
        <a:xfrm>
          <a:off x="1246913" y="5402964"/>
          <a:ext cx="9173430" cy="1079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255" tIns="114255" rIns="114255" bIns="114255" numCol="1" spcCol="1270" anchor="ctr" anchorCtr="0">
          <a:noAutofit/>
        </a:bodyPr>
        <a:lstStyle/>
        <a:p>
          <a:pPr marL="0" lvl="0" indent="0" algn="l" defTabSz="1244600">
            <a:lnSpc>
              <a:spcPct val="100000"/>
            </a:lnSpc>
            <a:spcBef>
              <a:spcPct val="0"/>
            </a:spcBef>
            <a:spcAft>
              <a:spcPct val="35000"/>
            </a:spcAft>
            <a:buNone/>
          </a:pPr>
          <a:r>
            <a:rPr lang="en-US" sz="2800" kern="1200" dirty="0"/>
            <a:t>●  Physician information is recommended but is not required </a:t>
          </a:r>
        </a:p>
      </dsp:txBody>
      <dsp:txXfrm>
        <a:off x="1246913" y="5402964"/>
        <a:ext cx="9173430" cy="107957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75F11D-437D-43C2-A0B7-FF6C6FD1E36E}">
      <dsp:nvSpPr>
        <dsp:cNvPr id="0" name=""/>
        <dsp:cNvSpPr/>
      </dsp:nvSpPr>
      <dsp:spPr>
        <a:xfrm>
          <a:off x="0" y="0"/>
          <a:ext cx="10420344" cy="1079579"/>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5E204BBD-F045-4691-BE9B-04CEDE6C9774}">
      <dsp:nvSpPr>
        <dsp:cNvPr id="0" name=""/>
        <dsp:cNvSpPr/>
      </dsp:nvSpPr>
      <dsp:spPr>
        <a:xfrm>
          <a:off x="326572" y="247973"/>
          <a:ext cx="593768" cy="59376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CC9702-40BF-4D84-AAF6-AFF7E1685151}">
      <dsp:nvSpPr>
        <dsp:cNvPr id="0" name=""/>
        <dsp:cNvSpPr/>
      </dsp:nvSpPr>
      <dsp:spPr>
        <a:xfrm>
          <a:off x="1246913" y="5068"/>
          <a:ext cx="9173430" cy="1079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255" tIns="114255" rIns="114255" bIns="114255" numCol="1" spcCol="1270" anchor="ctr" anchorCtr="0">
          <a:noAutofit/>
        </a:bodyPr>
        <a:lstStyle/>
        <a:p>
          <a:pPr marL="0" lvl="0" indent="0" algn="l" defTabSz="1244600">
            <a:lnSpc>
              <a:spcPct val="100000"/>
            </a:lnSpc>
            <a:spcBef>
              <a:spcPct val="0"/>
            </a:spcBef>
            <a:spcAft>
              <a:spcPct val="35000"/>
            </a:spcAft>
            <a:buNone/>
          </a:pPr>
          <a:r>
            <a:rPr lang="en-US" sz="2800" kern="1200" dirty="0"/>
            <a:t>●  No Height/Weight requirement </a:t>
          </a:r>
        </a:p>
      </dsp:txBody>
      <dsp:txXfrm>
        <a:off x="1246913" y="5068"/>
        <a:ext cx="9173430" cy="1079579"/>
      </dsp:txXfrm>
    </dsp:sp>
    <dsp:sp modelId="{4257E664-8B3E-4C1A-8BB3-15DA77BBD405}">
      <dsp:nvSpPr>
        <dsp:cNvPr id="0" name=""/>
        <dsp:cNvSpPr/>
      </dsp:nvSpPr>
      <dsp:spPr>
        <a:xfrm>
          <a:off x="0" y="1354542"/>
          <a:ext cx="10420344" cy="1079579"/>
        </a:xfrm>
        <a:prstGeom prst="roundRect">
          <a:avLst>
            <a:gd name="adj" fmla="val 10000"/>
          </a:avLst>
        </a:prstGeom>
        <a:solidFill>
          <a:schemeClr val="accent1">
            <a:lumMod val="20000"/>
            <a:lumOff val="80000"/>
          </a:schemeClr>
        </a:solidFill>
        <a:ln>
          <a:noFill/>
        </a:ln>
        <a:effectLst/>
      </dsp:spPr>
      <dsp:style>
        <a:lnRef idx="0">
          <a:scrgbClr r="0" g="0" b="0"/>
        </a:lnRef>
        <a:fillRef idx="1">
          <a:scrgbClr r="0" g="0" b="0"/>
        </a:fillRef>
        <a:effectRef idx="0">
          <a:scrgbClr r="0" g="0" b="0"/>
        </a:effectRef>
        <a:fontRef idx="minor"/>
      </dsp:style>
    </dsp:sp>
    <dsp:sp modelId="{F885D86A-A977-4024-B06D-F63D280F2399}">
      <dsp:nvSpPr>
        <dsp:cNvPr id="0" name=""/>
        <dsp:cNvSpPr/>
      </dsp:nvSpPr>
      <dsp:spPr>
        <a:xfrm>
          <a:off x="326572" y="1597447"/>
          <a:ext cx="593768" cy="59376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439DB23-9E8E-4878-B09A-0BF6C9EC3320}">
      <dsp:nvSpPr>
        <dsp:cNvPr id="0" name=""/>
        <dsp:cNvSpPr/>
      </dsp:nvSpPr>
      <dsp:spPr>
        <a:xfrm>
          <a:off x="1246913" y="1354542"/>
          <a:ext cx="9173430" cy="1079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255" tIns="114255" rIns="114255" bIns="114255" numCol="1" spcCol="1270" anchor="ctr" anchorCtr="0">
          <a:noAutofit/>
        </a:bodyPr>
        <a:lstStyle/>
        <a:p>
          <a:pPr marL="0" lvl="0" indent="0" algn="l" defTabSz="1244600">
            <a:lnSpc>
              <a:spcPct val="100000"/>
            </a:lnSpc>
            <a:spcBef>
              <a:spcPct val="0"/>
            </a:spcBef>
            <a:spcAft>
              <a:spcPct val="35000"/>
            </a:spcAft>
            <a:buNone/>
          </a:pPr>
          <a:r>
            <a:rPr lang="en-US" sz="2800" kern="1200" dirty="0"/>
            <a:t>●  Issue age is age of </a:t>
          </a:r>
          <a:r>
            <a:rPr lang="en-US" sz="2800" b="1" kern="1200" dirty="0"/>
            <a:t>LAST</a:t>
          </a:r>
          <a:r>
            <a:rPr lang="en-US" sz="2800" kern="1200" dirty="0"/>
            <a:t> birthday </a:t>
          </a:r>
        </a:p>
      </dsp:txBody>
      <dsp:txXfrm>
        <a:off x="1246913" y="1354542"/>
        <a:ext cx="9173430" cy="1079579"/>
      </dsp:txXfrm>
    </dsp:sp>
    <dsp:sp modelId="{16CEDB17-B40A-428E-9A54-3289EDD52C3D}">
      <dsp:nvSpPr>
        <dsp:cNvPr id="0" name=""/>
        <dsp:cNvSpPr/>
      </dsp:nvSpPr>
      <dsp:spPr>
        <a:xfrm>
          <a:off x="0" y="2704016"/>
          <a:ext cx="10420344" cy="1079579"/>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940778BA-E739-4782-94A2-8289E01A0F75}">
      <dsp:nvSpPr>
        <dsp:cNvPr id="0" name=""/>
        <dsp:cNvSpPr/>
      </dsp:nvSpPr>
      <dsp:spPr>
        <a:xfrm>
          <a:off x="326572" y="2946921"/>
          <a:ext cx="593768" cy="59376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E9A419-2B0D-42AD-8B38-B7AB548D2288}">
      <dsp:nvSpPr>
        <dsp:cNvPr id="0" name=""/>
        <dsp:cNvSpPr/>
      </dsp:nvSpPr>
      <dsp:spPr>
        <a:xfrm>
          <a:off x="1246913" y="2704016"/>
          <a:ext cx="9173430" cy="1079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255" tIns="114255" rIns="114255" bIns="114255" numCol="1" spcCol="1270" anchor="ctr" anchorCtr="0">
          <a:noAutofit/>
        </a:bodyPr>
        <a:lstStyle/>
        <a:p>
          <a:pPr marL="0" lvl="0" indent="0" algn="l" defTabSz="1244600">
            <a:lnSpc>
              <a:spcPct val="100000"/>
            </a:lnSpc>
            <a:spcBef>
              <a:spcPct val="0"/>
            </a:spcBef>
            <a:spcAft>
              <a:spcPct val="35000"/>
            </a:spcAft>
            <a:buNone/>
          </a:pPr>
          <a:r>
            <a:rPr lang="en-US" sz="2800" kern="1200" dirty="0"/>
            <a:t>●  No MIB or RX </a:t>
          </a:r>
        </a:p>
      </dsp:txBody>
      <dsp:txXfrm>
        <a:off x="1246913" y="2704016"/>
        <a:ext cx="9173430" cy="1079579"/>
      </dsp:txXfrm>
    </dsp:sp>
    <dsp:sp modelId="{BAE13429-30E5-42DC-80D4-8BAEA0E2E40D}">
      <dsp:nvSpPr>
        <dsp:cNvPr id="0" name=""/>
        <dsp:cNvSpPr/>
      </dsp:nvSpPr>
      <dsp:spPr>
        <a:xfrm>
          <a:off x="0" y="4053490"/>
          <a:ext cx="10420344" cy="1079579"/>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798CE41C-7A18-4F41-98FA-553B44A14199}">
      <dsp:nvSpPr>
        <dsp:cNvPr id="0" name=""/>
        <dsp:cNvSpPr/>
      </dsp:nvSpPr>
      <dsp:spPr>
        <a:xfrm>
          <a:off x="326572" y="4296395"/>
          <a:ext cx="593768" cy="59376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5C661E-FC82-477F-8EB9-55DA9C961EDE}">
      <dsp:nvSpPr>
        <dsp:cNvPr id="0" name=""/>
        <dsp:cNvSpPr/>
      </dsp:nvSpPr>
      <dsp:spPr>
        <a:xfrm>
          <a:off x="1246913" y="4053490"/>
          <a:ext cx="9173430" cy="1079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255" tIns="114255" rIns="114255" bIns="114255" numCol="1" spcCol="1270" anchor="ctr" anchorCtr="0">
          <a:noAutofit/>
        </a:bodyPr>
        <a:lstStyle/>
        <a:p>
          <a:pPr marL="0" lvl="0" indent="0" algn="l" defTabSz="1244600">
            <a:lnSpc>
              <a:spcPct val="100000"/>
            </a:lnSpc>
            <a:spcBef>
              <a:spcPct val="0"/>
            </a:spcBef>
            <a:spcAft>
              <a:spcPct val="35000"/>
            </a:spcAft>
            <a:buNone/>
          </a:pPr>
          <a:r>
            <a:rPr lang="en-US" sz="2800" kern="1200" dirty="0"/>
            <a:t>●  No tobacco usage question </a:t>
          </a:r>
        </a:p>
      </dsp:txBody>
      <dsp:txXfrm>
        <a:off x="1246913" y="4053490"/>
        <a:ext cx="9173430" cy="1079579"/>
      </dsp:txXfrm>
    </dsp:sp>
    <dsp:sp modelId="{AF1BC1A9-0757-446A-A862-E086729C222D}">
      <dsp:nvSpPr>
        <dsp:cNvPr id="0" name=""/>
        <dsp:cNvSpPr/>
      </dsp:nvSpPr>
      <dsp:spPr>
        <a:xfrm>
          <a:off x="0" y="5402964"/>
          <a:ext cx="10420344" cy="1079579"/>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5502FA8B-E3CC-4E58-BD96-CD4AD3D4CB45}">
      <dsp:nvSpPr>
        <dsp:cNvPr id="0" name=""/>
        <dsp:cNvSpPr/>
      </dsp:nvSpPr>
      <dsp:spPr>
        <a:xfrm>
          <a:off x="326572" y="5645869"/>
          <a:ext cx="593768" cy="59376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3F26F3F-B639-4BE1-A577-7B1178FECB14}">
      <dsp:nvSpPr>
        <dsp:cNvPr id="0" name=""/>
        <dsp:cNvSpPr/>
      </dsp:nvSpPr>
      <dsp:spPr>
        <a:xfrm>
          <a:off x="1246913" y="5402964"/>
          <a:ext cx="9173430" cy="1079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255" tIns="114255" rIns="114255" bIns="114255" numCol="1" spcCol="1270" anchor="ctr" anchorCtr="0">
          <a:noAutofit/>
        </a:bodyPr>
        <a:lstStyle/>
        <a:p>
          <a:pPr marL="0" lvl="0" indent="0" algn="l" defTabSz="1244600">
            <a:lnSpc>
              <a:spcPct val="100000"/>
            </a:lnSpc>
            <a:spcBef>
              <a:spcPct val="0"/>
            </a:spcBef>
            <a:spcAft>
              <a:spcPct val="35000"/>
            </a:spcAft>
            <a:buNone/>
          </a:pPr>
          <a:r>
            <a:rPr lang="en-US" sz="2800" kern="1200" dirty="0"/>
            <a:t>●  Physician information is recommended but is not required </a:t>
          </a:r>
        </a:p>
      </dsp:txBody>
      <dsp:txXfrm>
        <a:off x="1246913" y="5402964"/>
        <a:ext cx="9173430" cy="107957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75F11D-437D-43C2-A0B7-FF6C6FD1E36E}">
      <dsp:nvSpPr>
        <dsp:cNvPr id="0" name=""/>
        <dsp:cNvSpPr/>
      </dsp:nvSpPr>
      <dsp:spPr>
        <a:xfrm>
          <a:off x="0" y="0"/>
          <a:ext cx="10420344" cy="1079579"/>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5E204BBD-F045-4691-BE9B-04CEDE6C9774}">
      <dsp:nvSpPr>
        <dsp:cNvPr id="0" name=""/>
        <dsp:cNvSpPr/>
      </dsp:nvSpPr>
      <dsp:spPr>
        <a:xfrm>
          <a:off x="326572" y="247973"/>
          <a:ext cx="593768" cy="59376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CC9702-40BF-4D84-AAF6-AFF7E1685151}">
      <dsp:nvSpPr>
        <dsp:cNvPr id="0" name=""/>
        <dsp:cNvSpPr/>
      </dsp:nvSpPr>
      <dsp:spPr>
        <a:xfrm>
          <a:off x="1246913" y="5068"/>
          <a:ext cx="9173430" cy="1079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255" tIns="114255" rIns="114255" bIns="114255" numCol="1" spcCol="1270" anchor="ctr" anchorCtr="0">
          <a:noAutofit/>
        </a:bodyPr>
        <a:lstStyle/>
        <a:p>
          <a:pPr marL="0" lvl="0" indent="0" algn="l" defTabSz="1244600">
            <a:lnSpc>
              <a:spcPct val="100000"/>
            </a:lnSpc>
            <a:spcBef>
              <a:spcPct val="0"/>
            </a:spcBef>
            <a:spcAft>
              <a:spcPct val="35000"/>
            </a:spcAft>
            <a:buNone/>
          </a:pPr>
          <a:r>
            <a:rPr lang="en-US" sz="2800" kern="1200" dirty="0"/>
            <a:t>●  No Height/Weight requirement </a:t>
          </a:r>
        </a:p>
      </dsp:txBody>
      <dsp:txXfrm>
        <a:off x="1246913" y="5068"/>
        <a:ext cx="9173430" cy="1079579"/>
      </dsp:txXfrm>
    </dsp:sp>
    <dsp:sp modelId="{4257E664-8B3E-4C1A-8BB3-15DA77BBD405}">
      <dsp:nvSpPr>
        <dsp:cNvPr id="0" name=""/>
        <dsp:cNvSpPr/>
      </dsp:nvSpPr>
      <dsp:spPr>
        <a:xfrm>
          <a:off x="0" y="1354542"/>
          <a:ext cx="10420344" cy="1079579"/>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F885D86A-A977-4024-B06D-F63D280F2399}">
      <dsp:nvSpPr>
        <dsp:cNvPr id="0" name=""/>
        <dsp:cNvSpPr/>
      </dsp:nvSpPr>
      <dsp:spPr>
        <a:xfrm>
          <a:off x="326572" y="1597447"/>
          <a:ext cx="593768" cy="59376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439DB23-9E8E-4878-B09A-0BF6C9EC3320}">
      <dsp:nvSpPr>
        <dsp:cNvPr id="0" name=""/>
        <dsp:cNvSpPr/>
      </dsp:nvSpPr>
      <dsp:spPr>
        <a:xfrm>
          <a:off x="1246913" y="1354542"/>
          <a:ext cx="9173430" cy="1079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255" tIns="114255" rIns="114255" bIns="114255" numCol="1" spcCol="1270" anchor="ctr" anchorCtr="0">
          <a:noAutofit/>
        </a:bodyPr>
        <a:lstStyle/>
        <a:p>
          <a:pPr marL="0" lvl="0" indent="0" algn="l" defTabSz="1244600">
            <a:lnSpc>
              <a:spcPct val="100000"/>
            </a:lnSpc>
            <a:spcBef>
              <a:spcPct val="0"/>
            </a:spcBef>
            <a:spcAft>
              <a:spcPct val="35000"/>
            </a:spcAft>
            <a:buNone/>
          </a:pPr>
          <a:r>
            <a:rPr lang="en-US" sz="2800" kern="1200" dirty="0"/>
            <a:t>●  Issue age is age of </a:t>
          </a:r>
          <a:r>
            <a:rPr lang="en-US" sz="2800" b="1" kern="1200" dirty="0"/>
            <a:t>LAST</a:t>
          </a:r>
          <a:r>
            <a:rPr lang="en-US" sz="2800" kern="1200" dirty="0"/>
            <a:t> birthday </a:t>
          </a:r>
        </a:p>
      </dsp:txBody>
      <dsp:txXfrm>
        <a:off x="1246913" y="1354542"/>
        <a:ext cx="9173430" cy="1079579"/>
      </dsp:txXfrm>
    </dsp:sp>
    <dsp:sp modelId="{16CEDB17-B40A-428E-9A54-3289EDD52C3D}">
      <dsp:nvSpPr>
        <dsp:cNvPr id="0" name=""/>
        <dsp:cNvSpPr/>
      </dsp:nvSpPr>
      <dsp:spPr>
        <a:xfrm>
          <a:off x="0" y="2704016"/>
          <a:ext cx="10420344" cy="1079579"/>
        </a:xfrm>
        <a:prstGeom prst="roundRect">
          <a:avLst>
            <a:gd name="adj" fmla="val 10000"/>
          </a:avLst>
        </a:prstGeom>
        <a:solidFill>
          <a:schemeClr val="accent1">
            <a:lumMod val="20000"/>
            <a:lumOff val="80000"/>
          </a:schemeClr>
        </a:solidFill>
        <a:ln>
          <a:noFill/>
        </a:ln>
        <a:effectLst/>
      </dsp:spPr>
      <dsp:style>
        <a:lnRef idx="0">
          <a:scrgbClr r="0" g="0" b="0"/>
        </a:lnRef>
        <a:fillRef idx="1">
          <a:scrgbClr r="0" g="0" b="0"/>
        </a:fillRef>
        <a:effectRef idx="0">
          <a:scrgbClr r="0" g="0" b="0"/>
        </a:effectRef>
        <a:fontRef idx="minor"/>
      </dsp:style>
    </dsp:sp>
    <dsp:sp modelId="{940778BA-E739-4782-94A2-8289E01A0F75}">
      <dsp:nvSpPr>
        <dsp:cNvPr id="0" name=""/>
        <dsp:cNvSpPr/>
      </dsp:nvSpPr>
      <dsp:spPr>
        <a:xfrm>
          <a:off x="326572" y="2946921"/>
          <a:ext cx="593768" cy="59376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E9A419-2B0D-42AD-8B38-B7AB548D2288}">
      <dsp:nvSpPr>
        <dsp:cNvPr id="0" name=""/>
        <dsp:cNvSpPr/>
      </dsp:nvSpPr>
      <dsp:spPr>
        <a:xfrm>
          <a:off x="1246913" y="2704016"/>
          <a:ext cx="9173430" cy="1079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255" tIns="114255" rIns="114255" bIns="114255" numCol="1" spcCol="1270" anchor="ctr" anchorCtr="0">
          <a:noAutofit/>
        </a:bodyPr>
        <a:lstStyle/>
        <a:p>
          <a:pPr marL="0" lvl="0" indent="0" algn="l" defTabSz="1244600">
            <a:lnSpc>
              <a:spcPct val="100000"/>
            </a:lnSpc>
            <a:spcBef>
              <a:spcPct val="0"/>
            </a:spcBef>
            <a:spcAft>
              <a:spcPct val="35000"/>
            </a:spcAft>
            <a:buNone/>
          </a:pPr>
          <a:r>
            <a:rPr lang="en-US" sz="2800" kern="1200" dirty="0"/>
            <a:t>●  No MIB or RX </a:t>
          </a:r>
        </a:p>
      </dsp:txBody>
      <dsp:txXfrm>
        <a:off x="1246913" y="2704016"/>
        <a:ext cx="9173430" cy="1079579"/>
      </dsp:txXfrm>
    </dsp:sp>
    <dsp:sp modelId="{BAE13429-30E5-42DC-80D4-8BAEA0E2E40D}">
      <dsp:nvSpPr>
        <dsp:cNvPr id="0" name=""/>
        <dsp:cNvSpPr/>
      </dsp:nvSpPr>
      <dsp:spPr>
        <a:xfrm>
          <a:off x="0" y="4053490"/>
          <a:ext cx="10420344" cy="1079579"/>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798CE41C-7A18-4F41-98FA-553B44A14199}">
      <dsp:nvSpPr>
        <dsp:cNvPr id="0" name=""/>
        <dsp:cNvSpPr/>
      </dsp:nvSpPr>
      <dsp:spPr>
        <a:xfrm>
          <a:off x="326572" y="4296395"/>
          <a:ext cx="593768" cy="59376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5C661E-FC82-477F-8EB9-55DA9C961EDE}">
      <dsp:nvSpPr>
        <dsp:cNvPr id="0" name=""/>
        <dsp:cNvSpPr/>
      </dsp:nvSpPr>
      <dsp:spPr>
        <a:xfrm>
          <a:off x="1246913" y="4053490"/>
          <a:ext cx="9173430" cy="1079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255" tIns="114255" rIns="114255" bIns="114255" numCol="1" spcCol="1270" anchor="ctr" anchorCtr="0">
          <a:noAutofit/>
        </a:bodyPr>
        <a:lstStyle/>
        <a:p>
          <a:pPr marL="0" lvl="0" indent="0" algn="l" defTabSz="1244600">
            <a:lnSpc>
              <a:spcPct val="100000"/>
            </a:lnSpc>
            <a:spcBef>
              <a:spcPct val="0"/>
            </a:spcBef>
            <a:spcAft>
              <a:spcPct val="35000"/>
            </a:spcAft>
            <a:buNone/>
          </a:pPr>
          <a:r>
            <a:rPr lang="en-US" sz="2800" kern="1200" dirty="0"/>
            <a:t>●  No tobacco usage question </a:t>
          </a:r>
        </a:p>
      </dsp:txBody>
      <dsp:txXfrm>
        <a:off x="1246913" y="4053490"/>
        <a:ext cx="9173430" cy="1079579"/>
      </dsp:txXfrm>
    </dsp:sp>
    <dsp:sp modelId="{AF1BC1A9-0757-446A-A862-E086729C222D}">
      <dsp:nvSpPr>
        <dsp:cNvPr id="0" name=""/>
        <dsp:cNvSpPr/>
      </dsp:nvSpPr>
      <dsp:spPr>
        <a:xfrm>
          <a:off x="0" y="5402964"/>
          <a:ext cx="10420344" cy="1079579"/>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5502FA8B-E3CC-4E58-BD96-CD4AD3D4CB45}">
      <dsp:nvSpPr>
        <dsp:cNvPr id="0" name=""/>
        <dsp:cNvSpPr/>
      </dsp:nvSpPr>
      <dsp:spPr>
        <a:xfrm>
          <a:off x="326572" y="5645869"/>
          <a:ext cx="593768" cy="59376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3F26F3F-B639-4BE1-A577-7B1178FECB14}">
      <dsp:nvSpPr>
        <dsp:cNvPr id="0" name=""/>
        <dsp:cNvSpPr/>
      </dsp:nvSpPr>
      <dsp:spPr>
        <a:xfrm>
          <a:off x="1246913" y="5402964"/>
          <a:ext cx="9173430" cy="1079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255" tIns="114255" rIns="114255" bIns="114255" numCol="1" spcCol="1270" anchor="ctr" anchorCtr="0">
          <a:noAutofit/>
        </a:bodyPr>
        <a:lstStyle/>
        <a:p>
          <a:pPr marL="0" lvl="0" indent="0" algn="l" defTabSz="1244600">
            <a:lnSpc>
              <a:spcPct val="100000"/>
            </a:lnSpc>
            <a:spcBef>
              <a:spcPct val="0"/>
            </a:spcBef>
            <a:spcAft>
              <a:spcPct val="35000"/>
            </a:spcAft>
            <a:buNone/>
          </a:pPr>
          <a:r>
            <a:rPr lang="en-US" sz="2800" kern="1200" dirty="0"/>
            <a:t>●  Physician information is recommended but is not required </a:t>
          </a:r>
        </a:p>
      </dsp:txBody>
      <dsp:txXfrm>
        <a:off x="1246913" y="5402964"/>
        <a:ext cx="9173430" cy="107957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75F11D-437D-43C2-A0B7-FF6C6FD1E36E}">
      <dsp:nvSpPr>
        <dsp:cNvPr id="0" name=""/>
        <dsp:cNvSpPr/>
      </dsp:nvSpPr>
      <dsp:spPr>
        <a:xfrm>
          <a:off x="0" y="0"/>
          <a:ext cx="10420344" cy="1079579"/>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5E204BBD-F045-4691-BE9B-04CEDE6C9774}">
      <dsp:nvSpPr>
        <dsp:cNvPr id="0" name=""/>
        <dsp:cNvSpPr/>
      </dsp:nvSpPr>
      <dsp:spPr>
        <a:xfrm>
          <a:off x="326572" y="247973"/>
          <a:ext cx="593768" cy="59376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CC9702-40BF-4D84-AAF6-AFF7E1685151}">
      <dsp:nvSpPr>
        <dsp:cNvPr id="0" name=""/>
        <dsp:cNvSpPr/>
      </dsp:nvSpPr>
      <dsp:spPr>
        <a:xfrm>
          <a:off x="1246913" y="5068"/>
          <a:ext cx="9173430" cy="1079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255" tIns="114255" rIns="114255" bIns="114255" numCol="1" spcCol="1270" anchor="ctr" anchorCtr="0">
          <a:noAutofit/>
        </a:bodyPr>
        <a:lstStyle/>
        <a:p>
          <a:pPr marL="0" lvl="0" indent="0" algn="l" defTabSz="1244600">
            <a:lnSpc>
              <a:spcPct val="100000"/>
            </a:lnSpc>
            <a:spcBef>
              <a:spcPct val="0"/>
            </a:spcBef>
            <a:spcAft>
              <a:spcPct val="35000"/>
            </a:spcAft>
            <a:buNone/>
          </a:pPr>
          <a:r>
            <a:rPr lang="en-US" sz="2800" kern="1200" dirty="0"/>
            <a:t>●  No Height/Weight requirement </a:t>
          </a:r>
        </a:p>
      </dsp:txBody>
      <dsp:txXfrm>
        <a:off x="1246913" y="5068"/>
        <a:ext cx="9173430" cy="1079579"/>
      </dsp:txXfrm>
    </dsp:sp>
    <dsp:sp modelId="{4257E664-8B3E-4C1A-8BB3-15DA77BBD405}">
      <dsp:nvSpPr>
        <dsp:cNvPr id="0" name=""/>
        <dsp:cNvSpPr/>
      </dsp:nvSpPr>
      <dsp:spPr>
        <a:xfrm>
          <a:off x="0" y="1354542"/>
          <a:ext cx="10420344" cy="1079579"/>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F885D86A-A977-4024-B06D-F63D280F2399}">
      <dsp:nvSpPr>
        <dsp:cNvPr id="0" name=""/>
        <dsp:cNvSpPr/>
      </dsp:nvSpPr>
      <dsp:spPr>
        <a:xfrm>
          <a:off x="326572" y="1597447"/>
          <a:ext cx="593768" cy="59376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439DB23-9E8E-4878-B09A-0BF6C9EC3320}">
      <dsp:nvSpPr>
        <dsp:cNvPr id="0" name=""/>
        <dsp:cNvSpPr/>
      </dsp:nvSpPr>
      <dsp:spPr>
        <a:xfrm>
          <a:off x="1246913" y="1354542"/>
          <a:ext cx="9173430" cy="1079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255" tIns="114255" rIns="114255" bIns="114255" numCol="1" spcCol="1270" anchor="ctr" anchorCtr="0">
          <a:noAutofit/>
        </a:bodyPr>
        <a:lstStyle/>
        <a:p>
          <a:pPr marL="0" lvl="0" indent="0" algn="l" defTabSz="1244600">
            <a:lnSpc>
              <a:spcPct val="100000"/>
            </a:lnSpc>
            <a:spcBef>
              <a:spcPct val="0"/>
            </a:spcBef>
            <a:spcAft>
              <a:spcPct val="35000"/>
            </a:spcAft>
            <a:buNone/>
          </a:pPr>
          <a:r>
            <a:rPr lang="en-US" sz="2800" kern="1200" dirty="0"/>
            <a:t>●  Issue age is age of </a:t>
          </a:r>
          <a:r>
            <a:rPr lang="en-US" sz="2800" b="1" kern="1200" dirty="0"/>
            <a:t>LAST</a:t>
          </a:r>
          <a:r>
            <a:rPr lang="en-US" sz="2800" kern="1200" dirty="0"/>
            <a:t> birthday </a:t>
          </a:r>
        </a:p>
      </dsp:txBody>
      <dsp:txXfrm>
        <a:off x="1246913" y="1354542"/>
        <a:ext cx="9173430" cy="1079579"/>
      </dsp:txXfrm>
    </dsp:sp>
    <dsp:sp modelId="{16CEDB17-B40A-428E-9A54-3289EDD52C3D}">
      <dsp:nvSpPr>
        <dsp:cNvPr id="0" name=""/>
        <dsp:cNvSpPr/>
      </dsp:nvSpPr>
      <dsp:spPr>
        <a:xfrm>
          <a:off x="0" y="2704016"/>
          <a:ext cx="10420344" cy="1079579"/>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940778BA-E739-4782-94A2-8289E01A0F75}">
      <dsp:nvSpPr>
        <dsp:cNvPr id="0" name=""/>
        <dsp:cNvSpPr/>
      </dsp:nvSpPr>
      <dsp:spPr>
        <a:xfrm>
          <a:off x="326572" y="2946921"/>
          <a:ext cx="593768" cy="59376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E9A419-2B0D-42AD-8B38-B7AB548D2288}">
      <dsp:nvSpPr>
        <dsp:cNvPr id="0" name=""/>
        <dsp:cNvSpPr/>
      </dsp:nvSpPr>
      <dsp:spPr>
        <a:xfrm>
          <a:off x="1246913" y="2704016"/>
          <a:ext cx="9173430" cy="1079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255" tIns="114255" rIns="114255" bIns="114255" numCol="1" spcCol="1270" anchor="ctr" anchorCtr="0">
          <a:noAutofit/>
        </a:bodyPr>
        <a:lstStyle/>
        <a:p>
          <a:pPr marL="0" lvl="0" indent="0" algn="l" defTabSz="1244600">
            <a:lnSpc>
              <a:spcPct val="100000"/>
            </a:lnSpc>
            <a:spcBef>
              <a:spcPct val="0"/>
            </a:spcBef>
            <a:spcAft>
              <a:spcPct val="35000"/>
            </a:spcAft>
            <a:buNone/>
          </a:pPr>
          <a:r>
            <a:rPr lang="en-US" sz="2800" kern="1200" dirty="0"/>
            <a:t>●  No MIB or RX </a:t>
          </a:r>
        </a:p>
      </dsp:txBody>
      <dsp:txXfrm>
        <a:off x="1246913" y="2704016"/>
        <a:ext cx="9173430" cy="1079579"/>
      </dsp:txXfrm>
    </dsp:sp>
    <dsp:sp modelId="{BAE13429-30E5-42DC-80D4-8BAEA0E2E40D}">
      <dsp:nvSpPr>
        <dsp:cNvPr id="0" name=""/>
        <dsp:cNvSpPr/>
      </dsp:nvSpPr>
      <dsp:spPr>
        <a:xfrm>
          <a:off x="0" y="4053490"/>
          <a:ext cx="10420344" cy="1079579"/>
        </a:xfrm>
        <a:prstGeom prst="roundRect">
          <a:avLst>
            <a:gd name="adj" fmla="val 10000"/>
          </a:avLst>
        </a:prstGeom>
        <a:solidFill>
          <a:schemeClr val="accent1">
            <a:lumMod val="20000"/>
            <a:lumOff val="80000"/>
          </a:schemeClr>
        </a:solidFill>
        <a:ln>
          <a:noFill/>
        </a:ln>
        <a:effectLst/>
      </dsp:spPr>
      <dsp:style>
        <a:lnRef idx="0">
          <a:scrgbClr r="0" g="0" b="0"/>
        </a:lnRef>
        <a:fillRef idx="1">
          <a:scrgbClr r="0" g="0" b="0"/>
        </a:fillRef>
        <a:effectRef idx="0">
          <a:scrgbClr r="0" g="0" b="0"/>
        </a:effectRef>
        <a:fontRef idx="minor"/>
      </dsp:style>
    </dsp:sp>
    <dsp:sp modelId="{798CE41C-7A18-4F41-98FA-553B44A14199}">
      <dsp:nvSpPr>
        <dsp:cNvPr id="0" name=""/>
        <dsp:cNvSpPr/>
      </dsp:nvSpPr>
      <dsp:spPr>
        <a:xfrm>
          <a:off x="326572" y="4296395"/>
          <a:ext cx="593768" cy="59376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5C661E-FC82-477F-8EB9-55DA9C961EDE}">
      <dsp:nvSpPr>
        <dsp:cNvPr id="0" name=""/>
        <dsp:cNvSpPr/>
      </dsp:nvSpPr>
      <dsp:spPr>
        <a:xfrm>
          <a:off x="1246913" y="4053490"/>
          <a:ext cx="9173430" cy="1079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255" tIns="114255" rIns="114255" bIns="114255" numCol="1" spcCol="1270" anchor="ctr" anchorCtr="0">
          <a:noAutofit/>
        </a:bodyPr>
        <a:lstStyle/>
        <a:p>
          <a:pPr marL="0" lvl="0" indent="0" algn="l" defTabSz="1244600">
            <a:lnSpc>
              <a:spcPct val="100000"/>
            </a:lnSpc>
            <a:spcBef>
              <a:spcPct val="0"/>
            </a:spcBef>
            <a:spcAft>
              <a:spcPct val="35000"/>
            </a:spcAft>
            <a:buNone/>
          </a:pPr>
          <a:r>
            <a:rPr lang="en-US" sz="2800" kern="1200" dirty="0"/>
            <a:t>●  No tobacco usage question </a:t>
          </a:r>
        </a:p>
      </dsp:txBody>
      <dsp:txXfrm>
        <a:off x="1246913" y="4053490"/>
        <a:ext cx="9173430" cy="1079579"/>
      </dsp:txXfrm>
    </dsp:sp>
    <dsp:sp modelId="{AF1BC1A9-0757-446A-A862-E086729C222D}">
      <dsp:nvSpPr>
        <dsp:cNvPr id="0" name=""/>
        <dsp:cNvSpPr/>
      </dsp:nvSpPr>
      <dsp:spPr>
        <a:xfrm>
          <a:off x="0" y="5402964"/>
          <a:ext cx="10420344" cy="1079579"/>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5502FA8B-E3CC-4E58-BD96-CD4AD3D4CB45}">
      <dsp:nvSpPr>
        <dsp:cNvPr id="0" name=""/>
        <dsp:cNvSpPr/>
      </dsp:nvSpPr>
      <dsp:spPr>
        <a:xfrm>
          <a:off x="326572" y="5645869"/>
          <a:ext cx="593768" cy="59376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3F26F3F-B639-4BE1-A577-7B1178FECB14}">
      <dsp:nvSpPr>
        <dsp:cNvPr id="0" name=""/>
        <dsp:cNvSpPr/>
      </dsp:nvSpPr>
      <dsp:spPr>
        <a:xfrm>
          <a:off x="1246913" y="5402964"/>
          <a:ext cx="9173430" cy="1079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255" tIns="114255" rIns="114255" bIns="114255" numCol="1" spcCol="1270" anchor="ctr" anchorCtr="0">
          <a:noAutofit/>
        </a:bodyPr>
        <a:lstStyle/>
        <a:p>
          <a:pPr marL="0" lvl="0" indent="0" algn="l" defTabSz="1244600">
            <a:lnSpc>
              <a:spcPct val="100000"/>
            </a:lnSpc>
            <a:spcBef>
              <a:spcPct val="0"/>
            </a:spcBef>
            <a:spcAft>
              <a:spcPct val="35000"/>
            </a:spcAft>
            <a:buNone/>
          </a:pPr>
          <a:r>
            <a:rPr lang="en-US" sz="2800" kern="1200" dirty="0"/>
            <a:t>●  Physician information is recommended but is not required </a:t>
          </a:r>
        </a:p>
      </dsp:txBody>
      <dsp:txXfrm>
        <a:off x="1246913" y="5402964"/>
        <a:ext cx="9173430" cy="107957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75F11D-437D-43C2-A0B7-FF6C6FD1E36E}">
      <dsp:nvSpPr>
        <dsp:cNvPr id="0" name=""/>
        <dsp:cNvSpPr/>
      </dsp:nvSpPr>
      <dsp:spPr>
        <a:xfrm>
          <a:off x="0" y="0"/>
          <a:ext cx="10420344" cy="1079579"/>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5E204BBD-F045-4691-BE9B-04CEDE6C9774}">
      <dsp:nvSpPr>
        <dsp:cNvPr id="0" name=""/>
        <dsp:cNvSpPr/>
      </dsp:nvSpPr>
      <dsp:spPr>
        <a:xfrm>
          <a:off x="326572" y="247973"/>
          <a:ext cx="593768" cy="59376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CC9702-40BF-4D84-AAF6-AFF7E1685151}">
      <dsp:nvSpPr>
        <dsp:cNvPr id="0" name=""/>
        <dsp:cNvSpPr/>
      </dsp:nvSpPr>
      <dsp:spPr>
        <a:xfrm>
          <a:off x="1246913" y="5068"/>
          <a:ext cx="9173430" cy="1079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255" tIns="114255" rIns="114255" bIns="114255" numCol="1" spcCol="1270" anchor="ctr" anchorCtr="0">
          <a:noAutofit/>
        </a:bodyPr>
        <a:lstStyle/>
        <a:p>
          <a:pPr marL="0" lvl="0" indent="0" algn="l" defTabSz="1244600">
            <a:lnSpc>
              <a:spcPct val="100000"/>
            </a:lnSpc>
            <a:spcBef>
              <a:spcPct val="0"/>
            </a:spcBef>
            <a:spcAft>
              <a:spcPct val="35000"/>
            </a:spcAft>
            <a:buNone/>
          </a:pPr>
          <a:r>
            <a:rPr lang="en-US" sz="2800" kern="1200" dirty="0"/>
            <a:t>●  No Height/Weight requirement </a:t>
          </a:r>
        </a:p>
      </dsp:txBody>
      <dsp:txXfrm>
        <a:off x="1246913" y="5068"/>
        <a:ext cx="9173430" cy="1079579"/>
      </dsp:txXfrm>
    </dsp:sp>
    <dsp:sp modelId="{4257E664-8B3E-4C1A-8BB3-15DA77BBD405}">
      <dsp:nvSpPr>
        <dsp:cNvPr id="0" name=""/>
        <dsp:cNvSpPr/>
      </dsp:nvSpPr>
      <dsp:spPr>
        <a:xfrm>
          <a:off x="0" y="1354542"/>
          <a:ext cx="10420344" cy="1079579"/>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F885D86A-A977-4024-B06D-F63D280F2399}">
      <dsp:nvSpPr>
        <dsp:cNvPr id="0" name=""/>
        <dsp:cNvSpPr/>
      </dsp:nvSpPr>
      <dsp:spPr>
        <a:xfrm>
          <a:off x="326572" y="1597447"/>
          <a:ext cx="593768" cy="59376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439DB23-9E8E-4878-B09A-0BF6C9EC3320}">
      <dsp:nvSpPr>
        <dsp:cNvPr id="0" name=""/>
        <dsp:cNvSpPr/>
      </dsp:nvSpPr>
      <dsp:spPr>
        <a:xfrm>
          <a:off x="1246913" y="1354542"/>
          <a:ext cx="9173430" cy="1079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255" tIns="114255" rIns="114255" bIns="114255" numCol="1" spcCol="1270" anchor="ctr" anchorCtr="0">
          <a:noAutofit/>
        </a:bodyPr>
        <a:lstStyle/>
        <a:p>
          <a:pPr marL="0" lvl="0" indent="0" algn="l" defTabSz="1244600">
            <a:lnSpc>
              <a:spcPct val="100000"/>
            </a:lnSpc>
            <a:spcBef>
              <a:spcPct val="0"/>
            </a:spcBef>
            <a:spcAft>
              <a:spcPct val="35000"/>
            </a:spcAft>
            <a:buNone/>
          </a:pPr>
          <a:r>
            <a:rPr lang="en-US" sz="2800" kern="1200" dirty="0"/>
            <a:t>●  Issue age is age of </a:t>
          </a:r>
          <a:r>
            <a:rPr lang="en-US" sz="2800" b="1" kern="1200" dirty="0"/>
            <a:t>LAST</a:t>
          </a:r>
          <a:r>
            <a:rPr lang="en-US" sz="2800" kern="1200" dirty="0"/>
            <a:t> birthday </a:t>
          </a:r>
        </a:p>
      </dsp:txBody>
      <dsp:txXfrm>
        <a:off x="1246913" y="1354542"/>
        <a:ext cx="9173430" cy="1079579"/>
      </dsp:txXfrm>
    </dsp:sp>
    <dsp:sp modelId="{16CEDB17-B40A-428E-9A54-3289EDD52C3D}">
      <dsp:nvSpPr>
        <dsp:cNvPr id="0" name=""/>
        <dsp:cNvSpPr/>
      </dsp:nvSpPr>
      <dsp:spPr>
        <a:xfrm>
          <a:off x="0" y="2704016"/>
          <a:ext cx="10420344" cy="1079579"/>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940778BA-E739-4782-94A2-8289E01A0F75}">
      <dsp:nvSpPr>
        <dsp:cNvPr id="0" name=""/>
        <dsp:cNvSpPr/>
      </dsp:nvSpPr>
      <dsp:spPr>
        <a:xfrm>
          <a:off x="326572" y="2946921"/>
          <a:ext cx="593768" cy="59376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E9A419-2B0D-42AD-8B38-B7AB548D2288}">
      <dsp:nvSpPr>
        <dsp:cNvPr id="0" name=""/>
        <dsp:cNvSpPr/>
      </dsp:nvSpPr>
      <dsp:spPr>
        <a:xfrm>
          <a:off x="1246913" y="2704016"/>
          <a:ext cx="9173430" cy="1079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255" tIns="114255" rIns="114255" bIns="114255" numCol="1" spcCol="1270" anchor="ctr" anchorCtr="0">
          <a:noAutofit/>
        </a:bodyPr>
        <a:lstStyle/>
        <a:p>
          <a:pPr marL="0" lvl="0" indent="0" algn="l" defTabSz="1244600">
            <a:lnSpc>
              <a:spcPct val="100000"/>
            </a:lnSpc>
            <a:spcBef>
              <a:spcPct val="0"/>
            </a:spcBef>
            <a:spcAft>
              <a:spcPct val="35000"/>
            </a:spcAft>
            <a:buNone/>
          </a:pPr>
          <a:r>
            <a:rPr lang="en-US" sz="2800" kern="1200" dirty="0"/>
            <a:t>●  No MIB or RX </a:t>
          </a:r>
        </a:p>
      </dsp:txBody>
      <dsp:txXfrm>
        <a:off x="1246913" y="2704016"/>
        <a:ext cx="9173430" cy="1079579"/>
      </dsp:txXfrm>
    </dsp:sp>
    <dsp:sp modelId="{BAE13429-30E5-42DC-80D4-8BAEA0E2E40D}">
      <dsp:nvSpPr>
        <dsp:cNvPr id="0" name=""/>
        <dsp:cNvSpPr/>
      </dsp:nvSpPr>
      <dsp:spPr>
        <a:xfrm>
          <a:off x="0" y="4053490"/>
          <a:ext cx="10420344" cy="1079579"/>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798CE41C-7A18-4F41-98FA-553B44A14199}">
      <dsp:nvSpPr>
        <dsp:cNvPr id="0" name=""/>
        <dsp:cNvSpPr/>
      </dsp:nvSpPr>
      <dsp:spPr>
        <a:xfrm>
          <a:off x="326572" y="4296395"/>
          <a:ext cx="593768" cy="59376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5C661E-FC82-477F-8EB9-55DA9C961EDE}">
      <dsp:nvSpPr>
        <dsp:cNvPr id="0" name=""/>
        <dsp:cNvSpPr/>
      </dsp:nvSpPr>
      <dsp:spPr>
        <a:xfrm>
          <a:off x="1246913" y="4053490"/>
          <a:ext cx="9173430" cy="1079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255" tIns="114255" rIns="114255" bIns="114255" numCol="1" spcCol="1270" anchor="ctr" anchorCtr="0">
          <a:noAutofit/>
        </a:bodyPr>
        <a:lstStyle/>
        <a:p>
          <a:pPr marL="0" lvl="0" indent="0" algn="l" defTabSz="1244600">
            <a:lnSpc>
              <a:spcPct val="100000"/>
            </a:lnSpc>
            <a:spcBef>
              <a:spcPct val="0"/>
            </a:spcBef>
            <a:spcAft>
              <a:spcPct val="35000"/>
            </a:spcAft>
            <a:buNone/>
          </a:pPr>
          <a:r>
            <a:rPr lang="en-US" sz="2800" kern="1200" dirty="0"/>
            <a:t>●  No tobacco usage question </a:t>
          </a:r>
        </a:p>
      </dsp:txBody>
      <dsp:txXfrm>
        <a:off x="1246913" y="4053490"/>
        <a:ext cx="9173430" cy="1079579"/>
      </dsp:txXfrm>
    </dsp:sp>
    <dsp:sp modelId="{AF1BC1A9-0757-446A-A862-E086729C222D}">
      <dsp:nvSpPr>
        <dsp:cNvPr id="0" name=""/>
        <dsp:cNvSpPr/>
      </dsp:nvSpPr>
      <dsp:spPr>
        <a:xfrm>
          <a:off x="0" y="5402964"/>
          <a:ext cx="10420344" cy="1079579"/>
        </a:xfrm>
        <a:prstGeom prst="roundRect">
          <a:avLst>
            <a:gd name="adj" fmla="val 10000"/>
          </a:avLst>
        </a:prstGeom>
        <a:solidFill>
          <a:schemeClr val="accent1">
            <a:lumMod val="20000"/>
            <a:lumOff val="80000"/>
          </a:schemeClr>
        </a:solidFill>
        <a:ln>
          <a:noFill/>
        </a:ln>
        <a:effectLst/>
      </dsp:spPr>
      <dsp:style>
        <a:lnRef idx="0">
          <a:scrgbClr r="0" g="0" b="0"/>
        </a:lnRef>
        <a:fillRef idx="1">
          <a:scrgbClr r="0" g="0" b="0"/>
        </a:fillRef>
        <a:effectRef idx="0">
          <a:scrgbClr r="0" g="0" b="0"/>
        </a:effectRef>
        <a:fontRef idx="minor"/>
      </dsp:style>
    </dsp:sp>
    <dsp:sp modelId="{5502FA8B-E3CC-4E58-BD96-CD4AD3D4CB45}">
      <dsp:nvSpPr>
        <dsp:cNvPr id="0" name=""/>
        <dsp:cNvSpPr/>
      </dsp:nvSpPr>
      <dsp:spPr>
        <a:xfrm>
          <a:off x="326572" y="5645869"/>
          <a:ext cx="593768" cy="59376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3F26F3F-B639-4BE1-A577-7B1178FECB14}">
      <dsp:nvSpPr>
        <dsp:cNvPr id="0" name=""/>
        <dsp:cNvSpPr/>
      </dsp:nvSpPr>
      <dsp:spPr>
        <a:xfrm>
          <a:off x="1246913" y="5402964"/>
          <a:ext cx="9173430" cy="1079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255" tIns="114255" rIns="114255" bIns="114255" numCol="1" spcCol="1270" anchor="ctr" anchorCtr="0">
          <a:noAutofit/>
        </a:bodyPr>
        <a:lstStyle/>
        <a:p>
          <a:pPr marL="0" lvl="0" indent="0" algn="l" defTabSz="1244600">
            <a:lnSpc>
              <a:spcPct val="100000"/>
            </a:lnSpc>
            <a:spcBef>
              <a:spcPct val="0"/>
            </a:spcBef>
            <a:spcAft>
              <a:spcPct val="35000"/>
            </a:spcAft>
            <a:buNone/>
          </a:pPr>
          <a:r>
            <a:rPr lang="en-US" sz="2800" kern="1200" dirty="0"/>
            <a:t>●  Physician information is recommended but is not required </a:t>
          </a:r>
        </a:p>
      </dsp:txBody>
      <dsp:txXfrm>
        <a:off x="1246913" y="5402964"/>
        <a:ext cx="9173430" cy="107957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330FFB-81D0-413C-B09B-2DAB3BCC4FEB}">
      <dsp:nvSpPr>
        <dsp:cNvPr id="0" name=""/>
        <dsp:cNvSpPr/>
      </dsp:nvSpPr>
      <dsp:spPr>
        <a:xfrm>
          <a:off x="0" y="16093"/>
          <a:ext cx="10515600" cy="915310"/>
        </a:xfrm>
        <a:prstGeom prst="roundRect">
          <a:avLst>
            <a:gd name="adj" fmla="val 10000"/>
          </a:avLst>
        </a:prstGeom>
        <a:solidFill>
          <a:schemeClr val="accent1">
            <a:lumMod val="20000"/>
            <a:lumOff val="80000"/>
          </a:schemeClr>
        </a:solidFill>
        <a:ln>
          <a:noFill/>
        </a:ln>
        <a:effectLst/>
      </dsp:spPr>
      <dsp:style>
        <a:lnRef idx="0">
          <a:scrgbClr r="0" g="0" b="0"/>
        </a:lnRef>
        <a:fillRef idx="1">
          <a:scrgbClr r="0" g="0" b="0"/>
        </a:fillRef>
        <a:effectRef idx="0">
          <a:scrgbClr r="0" g="0" b="0"/>
        </a:effectRef>
        <a:fontRef idx="minor"/>
      </dsp:style>
    </dsp:sp>
    <dsp:sp modelId="{3BAB652C-F212-4B65-ADD8-C647F9C4F1FD}">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F9F6CE-8202-4180-AA2B-70AC06AF3A2B}">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dirty="0"/>
            <a:t>8 </a:t>
          </a:r>
          <a:r>
            <a:rPr lang="en-US" sz="2200" kern="1200" dirty="0">
              <a:solidFill>
                <a:schemeClr val="tx1"/>
              </a:solidFill>
            </a:rPr>
            <a:t>health</a:t>
          </a:r>
          <a:r>
            <a:rPr lang="en-US" sz="2200" kern="1200" dirty="0"/>
            <a:t> questions</a:t>
          </a:r>
        </a:p>
      </dsp:txBody>
      <dsp:txXfrm>
        <a:off x="1057183" y="1805"/>
        <a:ext cx="9458416" cy="915310"/>
      </dsp:txXfrm>
    </dsp:sp>
    <dsp:sp modelId="{E5D784CB-5C09-4A8E-BE49-24B864495202}">
      <dsp:nvSpPr>
        <dsp:cNvPr id="0" name=""/>
        <dsp:cNvSpPr/>
      </dsp:nvSpPr>
      <dsp:spPr>
        <a:xfrm>
          <a:off x="0" y="1145944"/>
          <a:ext cx="10515600" cy="915310"/>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DD82D256-15C2-483D-8E50-E14038603CB7}">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2EC534-0842-402A-9F00-2EA05EA276BD}">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dirty="0"/>
            <a:t>Any health question answered ‘yes’ will result in the client qualifying only for the Guarantee Issue policy. </a:t>
          </a:r>
        </a:p>
      </dsp:txBody>
      <dsp:txXfrm>
        <a:off x="1057183" y="1145944"/>
        <a:ext cx="9458416" cy="915310"/>
      </dsp:txXfrm>
    </dsp:sp>
    <dsp:sp modelId="{612EE0C7-1621-41C1-B2BE-491B30B29AE1}">
      <dsp:nvSpPr>
        <dsp:cNvPr id="0" name=""/>
        <dsp:cNvSpPr/>
      </dsp:nvSpPr>
      <dsp:spPr>
        <a:xfrm>
          <a:off x="0" y="2290082"/>
          <a:ext cx="10515600" cy="915310"/>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F65386F3-CCE9-4158-9DE7-2B04B2F11DEC}">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884A52-AD05-4FB8-85D0-EE869C389D60}">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t>Standard approval if the client IS taking medication or being treated by a licensed member of the medical profession on many conditions.</a:t>
          </a:r>
        </a:p>
      </dsp:txBody>
      <dsp:txXfrm>
        <a:off x="1057183" y="2290082"/>
        <a:ext cx="9458416" cy="915310"/>
      </dsp:txXfrm>
    </dsp:sp>
    <dsp:sp modelId="{D796D751-69F0-4561-9CAE-B9BD2B4678A3}">
      <dsp:nvSpPr>
        <dsp:cNvPr id="0" name=""/>
        <dsp:cNvSpPr/>
      </dsp:nvSpPr>
      <dsp:spPr>
        <a:xfrm>
          <a:off x="0" y="3434221"/>
          <a:ext cx="10515600" cy="915310"/>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8B3C36F9-C147-4D38-AE5C-6EAF73538981}">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576614-9A0A-4B5C-900F-9B8BFEE73D38}">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t>If ‘YES’ to any health questions, you will be prompted to change the plan to the Guarantee Issue policy in step 1 </a:t>
          </a:r>
        </a:p>
      </dsp:txBody>
      <dsp:txXfrm>
        <a:off x="1057183" y="3434221"/>
        <a:ext cx="9458416" cy="91531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330FFB-81D0-413C-B09B-2DAB3BCC4FEB}">
      <dsp:nvSpPr>
        <dsp:cNvPr id="0" name=""/>
        <dsp:cNvSpPr/>
      </dsp:nvSpPr>
      <dsp:spPr>
        <a:xfrm>
          <a:off x="0" y="16093"/>
          <a:ext cx="10515600" cy="915310"/>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3BAB652C-F212-4B65-ADD8-C647F9C4F1FD}">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F9F6CE-8202-4180-AA2B-70AC06AF3A2B}">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dirty="0"/>
            <a:t>8 </a:t>
          </a:r>
          <a:r>
            <a:rPr lang="en-US" sz="2200" kern="1200" dirty="0">
              <a:solidFill>
                <a:schemeClr val="tx1"/>
              </a:solidFill>
            </a:rPr>
            <a:t>health</a:t>
          </a:r>
          <a:r>
            <a:rPr lang="en-US" sz="2200" kern="1200" dirty="0"/>
            <a:t> questions</a:t>
          </a:r>
        </a:p>
      </dsp:txBody>
      <dsp:txXfrm>
        <a:off x="1057183" y="1805"/>
        <a:ext cx="9458416" cy="915310"/>
      </dsp:txXfrm>
    </dsp:sp>
    <dsp:sp modelId="{E5D784CB-5C09-4A8E-BE49-24B864495202}">
      <dsp:nvSpPr>
        <dsp:cNvPr id="0" name=""/>
        <dsp:cNvSpPr/>
      </dsp:nvSpPr>
      <dsp:spPr>
        <a:xfrm>
          <a:off x="0" y="1145944"/>
          <a:ext cx="10515600" cy="915310"/>
        </a:xfrm>
        <a:prstGeom prst="roundRect">
          <a:avLst>
            <a:gd name="adj" fmla="val 10000"/>
          </a:avLst>
        </a:prstGeom>
        <a:solidFill>
          <a:schemeClr val="accent1">
            <a:lumMod val="20000"/>
            <a:lumOff val="80000"/>
          </a:schemeClr>
        </a:solidFill>
        <a:ln>
          <a:noFill/>
        </a:ln>
        <a:effectLst/>
      </dsp:spPr>
      <dsp:style>
        <a:lnRef idx="0">
          <a:scrgbClr r="0" g="0" b="0"/>
        </a:lnRef>
        <a:fillRef idx="1">
          <a:scrgbClr r="0" g="0" b="0"/>
        </a:fillRef>
        <a:effectRef idx="0">
          <a:scrgbClr r="0" g="0" b="0"/>
        </a:effectRef>
        <a:fontRef idx="minor"/>
      </dsp:style>
    </dsp:sp>
    <dsp:sp modelId="{DD82D256-15C2-483D-8E50-E14038603CB7}">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2EC534-0842-402A-9F00-2EA05EA276BD}">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dirty="0"/>
            <a:t>Any health question answered ‘yes’ will result in the client qualifying only for the Guarantee Issue policy. </a:t>
          </a:r>
        </a:p>
      </dsp:txBody>
      <dsp:txXfrm>
        <a:off x="1057183" y="1145944"/>
        <a:ext cx="9458416" cy="915310"/>
      </dsp:txXfrm>
    </dsp:sp>
    <dsp:sp modelId="{612EE0C7-1621-41C1-B2BE-491B30B29AE1}">
      <dsp:nvSpPr>
        <dsp:cNvPr id="0" name=""/>
        <dsp:cNvSpPr/>
      </dsp:nvSpPr>
      <dsp:spPr>
        <a:xfrm>
          <a:off x="0" y="2290082"/>
          <a:ext cx="10515600" cy="915310"/>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F65386F3-CCE9-4158-9DE7-2B04B2F11DEC}">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884A52-AD05-4FB8-85D0-EE869C389D60}">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t>Standard approval if the client IS taking medication or being treated by a licensed member of the medical profession on many conditions.</a:t>
          </a:r>
        </a:p>
      </dsp:txBody>
      <dsp:txXfrm>
        <a:off x="1057183" y="2290082"/>
        <a:ext cx="9458416" cy="915310"/>
      </dsp:txXfrm>
    </dsp:sp>
    <dsp:sp modelId="{D796D751-69F0-4561-9CAE-B9BD2B4678A3}">
      <dsp:nvSpPr>
        <dsp:cNvPr id="0" name=""/>
        <dsp:cNvSpPr/>
      </dsp:nvSpPr>
      <dsp:spPr>
        <a:xfrm>
          <a:off x="0" y="3434221"/>
          <a:ext cx="10515600" cy="915310"/>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8B3C36F9-C147-4D38-AE5C-6EAF73538981}">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576614-9A0A-4B5C-900F-9B8BFEE73D38}">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t>If ‘YES’ to any health questions, you will be prompted to change the plan to the Guarantee Issue policy in step 1 </a:t>
          </a:r>
        </a:p>
      </dsp:txBody>
      <dsp:txXfrm>
        <a:off x="1057183" y="3434221"/>
        <a:ext cx="9458416" cy="91531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330FFB-81D0-413C-B09B-2DAB3BCC4FEB}">
      <dsp:nvSpPr>
        <dsp:cNvPr id="0" name=""/>
        <dsp:cNvSpPr/>
      </dsp:nvSpPr>
      <dsp:spPr>
        <a:xfrm>
          <a:off x="0" y="16093"/>
          <a:ext cx="10515600" cy="915310"/>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3BAB652C-F212-4B65-ADD8-C647F9C4F1FD}">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F9F6CE-8202-4180-AA2B-70AC06AF3A2B}">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dirty="0"/>
            <a:t>8 </a:t>
          </a:r>
          <a:r>
            <a:rPr lang="en-US" sz="2200" kern="1200" dirty="0">
              <a:solidFill>
                <a:schemeClr val="tx1"/>
              </a:solidFill>
            </a:rPr>
            <a:t>health</a:t>
          </a:r>
          <a:r>
            <a:rPr lang="en-US" sz="2200" kern="1200" dirty="0"/>
            <a:t> questions</a:t>
          </a:r>
        </a:p>
      </dsp:txBody>
      <dsp:txXfrm>
        <a:off x="1057183" y="1805"/>
        <a:ext cx="9458416" cy="915310"/>
      </dsp:txXfrm>
    </dsp:sp>
    <dsp:sp modelId="{E5D784CB-5C09-4A8E-BE49-24B864495202}">
      <dsp:nvSpPr>
        <dsp:cNvPr id="0" name=""/>
        <dsp:cNvSpPr/>
      </dsp:nvSpPr>
      <dsp:spPr>
        <a:xfrm>
          <a:off x="0" y="1145944"/>
          <a:ext cx="10515600" cy="915310"/>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DD82D256-15C2-483D-8E50-E14038603CB7}">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2EC534-0842-402A-9F00-2EA05EA276BD}">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dirty="0"/>
            <a:t>Any health question answered ‘yes’ will result in the client qualifying only for the Guarantee Issue policy. </a:t>
          </a:r>
        </a:p>
      </dsp:txBody>
      <dsp:txXfrm>
        <a:off x="1057183" y="1145944"/>
        <a:ext cx="9458416" cy="915310"/>
      </dsp:txXfrm>
    </dsp:sp>
    <dsp:sp modelId="{612EE0C7-1621-41C1-B2BE-491B30B29AE1}">
      <dsp:nvSpPr>
        <dsp:cNvPr id="0" name=""/>
        <dsp:cNvSpPr/>
      </dsp:nvSpPr>
      <dsp:spPr>
        <a:xfrm>
          <a:off x="0" y="2290082"/>
          <a:ext cx="10515600" cy="915310"/>
        </a:xfrm>
        <a:prstGeom prst="roundRect">
          <a:avLst>
            <a:gd name="adj" fmla="val 10000"/>
          </a:avLst>
        </a:prstGeom>
        <a:solidFill>
          <a:schemeClr val="accent1">
            <a:lumMod val="20000"/>
            <a:lumOff val="80000"/>
          </a:schemeClr>
        </a:solidFill>
        <a:ln>
          <a:noFill/>
        </a:ln>
        <a:effectLst/>
      </dsp:spPr>
      <dsp:style>
        <a:lnRef idx="0">
          <a:scrgbClr r="0" g="0" b="0"/>
        </a:lnRef>
        <a:fillRef idx="1">
          <a:scrgbClr r="0" g="0" b="0"/>
        </a:fillRef>
        <a:effectRef idx="0">
          <a:scrgbClr r="0" g="0" b="0"/>
        </a:effectRef>
        <a:fontRef idx="minor"/>
      </dsp:style>
    </dsp:sp>
    <dsp:sp modelId="{F65386F3-CCE9-4158-9DE7-2B04B2F11DEC}">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884A52-AD05-4FB8-85D0-EE869C389D60}">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t>Standard approval if the client IS taking medication or being treated by a licensed member of the medical profession on many conditions.</a:t>
          </a:r>
        </a:p>
      </dsp:txBody>
      <dsp:txXfrm>
        <a:off x="1057183" y="2290082"/>
        <a:ext cx="9458416" cy="915310"/>
      </dsp:txXfrm>
    </dsp:sp>
    <dsp:sp modelId="{D796D751-69F0-4561-9CAE-B9BD2B4678A3}">
      <dsp:nvSpPr>
        <dsp:cNvPr id="0" name=""/>
        <dsp:cNvSpPr/>
      </dsp:nvSpPr>
      <dsp:spPr>
        <a:xfrm>
          <a:off x="0" y="3434221"/>
          <a:ext cx="10515600" cy="915310"/>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8B3C36F9-C147-4D38-AE5C-6EAF73538981}">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576614-9A0A-4B5C-900F-9B8BFEE73D38}">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t>If ‘YES’ to any health questions, you will be prompted to change the plan to the Guarantee Issue policy in step 1 </a:t>
          </a:r>
        </a:p>
      </dsp:txBody>
      <dsp:txXfrm>
        <a:off x="1057183" y="3434221"/>
        <a:ext cx="9458416" cy="91531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330FFB-81D0-413C-B09B-2DAB3BCC4FEB}">
      <dsp:nvSpPr>
        <dsp:cNvPr id="0" name=""/>
        <dsp:cNvSpPr/>
      </dsp:nvSpPr>
      <dsp:spPr>
        <a:xfrm>
          <a:off x="0" y="16093"/>
          <a:ext cx="10515600" cy="915310"/>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3BAB652C-F212-4B65-ADD8-C647F9C4F1FD}">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F9F6CE-8202-4180-AA2B-70AC06AF3A2B}">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dirty="0"/>
            <a:t>8 </a:t>
          </a:r>
          <a:r>
            <a:rPr lang="en-US" sz="2200" kern="1200" dirty="0">
              <a:solidFill>
                <a:schemeClr val="tx1"/>
              </a:solidFill>
            </a:rPr>
            <a:t>health</a:t>
          </a:r>
          <a:r>
            <a:rPr lang="en-US" sz="2200" kern="1200" dirty="0"/>
            <a:t> questions</a:t>
          </a:r>
        </a:p>
      </dsp:txBody>
      <dsp:txXfrm>
        <a:off x="1057183" y="1805"/>
        <a:ext cx="9458416" cy="915310"/>
      </dsp:txXfrm>
    </dsp:sp>
    <dsp:sp modelId="{E5D784CB-5C09-4A8E-BE49-24B864495202}">
      <dsp:nvSpPr>
        <dsp:cNvPr id="0" name=""/>
        <dsp:cNvSpPr/>
      </dsp:nvSpPr>
      <dsp:spPr>
        <a:xfrm>
          <a:off x="0" y="1145944"/>
          <a:ext cx="10515600" cy="915310"/>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DD82D256-15C2-483D-8E50-E14038603CB7}">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2EC534-0842-402A-9F00-2EA05EA276BD}">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dirty="0"/>
            <a:t>Any health question answered ‘yes’ will result in the client qualifying only for the Guarantee Issue policy. </a:t>
          </a:r>
        </a:p>
      </dsp:txBody>
      <dsp:txXfrm>
        <a:off x="1057183" y="1145944"/>
        <a:ext cx="9458416" cy="915310"/>
      </dsp:txXfrm>
    </dsp:sp>
    <dsp:sp modelId="{612EE0C7-1621-41C1-B2BE-491B30B29AE1}">
      <dsp:nvSpPr>
        <dsp:cNvPr id="0" name=""/>
        <dsp:cNvSpPr/>
      </dsp:nvSpPr>
      <dsp:spPr>
        <a:xfrm>
          <a:off x="0" y="2290082"/>
          <a:ext cx="10515600" cy="915310"/>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F65386F3-CCE9-4158-9DE7-2B04B2F11DEC}">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884A52-AD05-4FB8-85D0-EE869C389D60}">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t>Standard approval if the client IS taking medication or being treated by a licensed member of the medical profession on many conditions.</a:t>
          </a:r>
        </a:p>
      </dsp:txBody>
      <dsp:txXfrm>
        <a:off x="1057183" y="2290082"/>
        <a:ext cx="9458416" cy="915310"/>
      </dsp:txXfrm>
    </dsp:sp>
    <dsp:sp modelId="{D796D751-69F0-4561-9CAE-B9BD2B4678A3}">
      <dsp:nvSpPr>
        <dsp:cNvPr id="0" name=""/>
        <dsp:cNvSpPr/>
      </dsp:nvSpPr>
      <dsp:spPr>
        <a:xfrm>
          <a:off x="0" y="3434221"/>
          <a:ext cx="10515600" cy="915310"/>
        </a:xfrm>
        <a:prstGeom prst="roundRect">
          <a:avLst>
            <a:gd name="adj" fmla="val 10000"/>
          </a:avLst>
        </a:prstGeom>
        <a:solidFill>
          <a:schemeClr val="accent1">
            <a:lumMod val="20000"/>
            <a:lumOff val="80000"/>
          </a:schemeClr>
        </a:solidFill>
        <a:ln>
          <a:noFill/>
        </a:ln>
        <a:effectLst/>
      </dsp:spPr>
      <dsp:style>
        <a:lnRef idx="0">
          <a:scrgbClr r="0" g="0" b="0"/>
        </a:lnRef>
        <a:fillRef idx="1">
          <a:scrgbClr r="0" g="0" b="0"/>
        </a:fillRef>
        <a:effectRef idx="0">
          <a:scrgbClr r="0" g="0" b="0"/>
        </a:effectRef>
        <a:fontRef idx="minor"/>
      </dsp:style>
    </dsp:sp>
    <dsp:sp modelId="{8B3C36F9-C147-4D38-AE5C-6EAF73538981}">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576614-9A0A-4B5C-900F-9B8BFEE73D38}">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t>If ‘YES’ to any health questions, you will be prompted to change the plan to the Guarantee Issue policy in step 1 </a:t>
          </a:r>
        </a:p>
      </dsp:txBody>
      <dsp:txXfrm>
        <a:off x="1057183" y="3434221"/>
        <a:ext cx="9458416" cy="91531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01117D-7241-472C-B7F3-D231BAF4D6B3}">
      <dsp:nvSpPr>
        <dsp:cNvPr id="0" name=""/>
        <dsp:cNvSpPr/>
      </dsp:nvSpPr>
      <dsp:spPr>
        <a:xfrm>
          <a:off x="10804" y="372976"/>
          <a:ext cx="692569" cy="6925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01531F8-CF62-4028-A4FE-2E263182C1AD}">
      <dsp:nvSpPr>
        <dsp:cNvPr id="0" name=""/>
        <dsp:cNvSpPr/>
      </dsp:nvSpPr>
      <dsp:spPr>
        <a:xfrm>
          <a:off x="10804" y="1220698"/>
          <a:ext cx="1978768" cy="226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dirty="0"/>
            <a:t>All CICA Life Superior Choice voice signatures MUST be on a recorded line. </a:t>
          </a:r>
        </a:p>
      </dsp:txBody>
      <dsp:txXfrm>
        <a:off x="10804" y="1220698"/>
        <a:ext cx="1978768" cy="2261718"/>
      </dsp:txXfrm>
    </dsp:sp>
    <dsp:sp modelId="{67C01EC1-DE30-4DD8-9071-C96D8722D8F0}">
      <dsp:nvSpPr>
        <dsp:cNvPr id="0" name=""/>
        <dsp:cNvSpPr/>
      </dsp:nvSpPr>
      <dsp:spPr>
        <a:xfrm>
          <a:off x="10804" y="3554581"/>
          <a:ext cx="1978768" cy="424986"/>
        </a:xfrm>
        <a:prstGeom prst="rect">
          <a:avLst/>
        </a:prstGeom>
        <a:noFill/>
        <a:ln>
          <a:noFill/>
        </a:ln>
        <a:effectLst/>
      </dsp:spPr>
      <dsp:style>
        <a:lnRef idx="0">
          <a:scrgbClr r="0" g="0" b="0"/>
        </a:lnRef>
        <a:fillRef idx="0">
          <a:scrgbClr r="0" g="0" b="0"/>
        </a:fillRef>
        <a:effectRef idx="0">
          <a:scrgbClr r="0" g="0" b="0"/>
        </a:effectRef>
        <a:fontRef idx="minor"/>
      </dsp:style>
    </dsp:sp>
    <dsp:sp modelId="{7A2A6024-A78A-48C6-9DD8-43CDBC65B119}">
      <dsp:nvSpPr>
        <dsp:cNvPr id="0" name=""/>
        <dsp:cNvSpPr/>
      </dsp:nvSpPr>
      <dsp:spPr>
        <a:xfrm>
          <a:off x="2335858" y="372976"/>
          <a:ext cx="692569" cy="6925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4A882A-375E-4BE9-A884-C06EFE9E13E3}">
      <dsp:nvSpPr>
        <dsp:cNvPr id="0" name=""/>
        <dsp:cNvSpPr/>
      </dsp:nvSpPr>
      <dsp:spPr>
        <a:xfrm>
          <a:off x="2335858" y="1220698"/>
          <a:ext cx="1978768" cy="226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dirty="0"/>
            <a:t>Call recording must be uploaded within 24 hours of completing the application.</a:t>
          </a:r>
        </a:p>
      </dsp:txBody>
      <dsp:txXfrm>
        <a:off x="2335858" y="1220698"/>
        <a:ext cx="1978768" cy="2261718"/>
      </dsp:txXfrm>
    </dsp:sp>
    <dsp:sp modelId="{B96709D5-5A2D-4DB3-959B-42EDF13359D1}">
      <dsp:nvSpPr>
        <dsp:cNvPr id="0" name=""/>
        <dsp:cNvSpPr/>
      </dsp:nvSpPr>
      <dsp:spPr>
        <a:xfrm>
          <a:off x="2335858" y="3554581"/>
          <a:ext cx="1978768" cy="424986"/>
        </a:xfrm>
        <a:prstGeom prst="rect">
          <a:avLst/>
        </a:prstGeom>
        <a:noFill/>
        <a:ln>
          <a:noFill/>
        </a:ln>
        <a:effectLst/>
      </dsp:spPr>
      <dsp:style>
        <a:lnRef idx="0">
          <a:scrgbClr r="0" g="0" b="0"/>
        </a:lnRef>
        <a:fillRef idx="0">
          <a:scrgbClr r="0" g="0" b="0"/>
        </a:fillRef>
        <a:effectRef idx="0">
          <a:scrgbClr r="0" g="0" b="0"/>
        </a:effectRef>
        <a:fontRef idx="minor"/>
      </dsp:style>
    </dsp:sp>
    <dsp:sp modelId="{632113BD-2380-49AB-8A75-8FCBAD14FE4D}">
      <dsp:nvSpPr>
        <dsp:cNvPr id="0" name=""/>
        <dsp:cNvSpPr/>
      </dsp:nvSpPr>
      <dsp:spPr>
        <a:xfrm>
          <a:off x="4660911" y="372976"/>
          <a:ext cx="692569" cy="69256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66F9A06-99A5-4C08-8C86-8BAEF5626DB1}">
      <dsp:nvSpPr>
        <dsp:cNvPr id="0" name=""/>
        <dsp:cNvSpPr/>
      </dsp:nvSpPr>
      <dsp:spPr>
        <a:xfrm>
          <a:off x="4660911" y="1220698"/>
          <a:ext cx="1978768" cy="226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dirty="0"/>
            <a:t>Do not need to trim the call recording, it can be the full presentation. </a:t>
          </a:r>
        </a:p>
      </dsp:txBody>
      <dsp:txXfrm>
        <a:off x="4660911" y="1220698"/>
        <a:ext cx="1978768" cy="2261718"/>
      </dsp:txXfrm>
    </dsp:sp>
    <dsp:sp modelId="{32B59CBE-3AD3-4781-B1C2-A15925EA493B}">
      <dsp:nvSpPr>
        <dsp:cNvPr id="0" name=""/>
        <dsp:cNvSpPr/>
      </dsp:nvSpPr>
      <dsp:spPr>
        <a:xfrm>
          <a:off x="4660911" y="3554581"/>
          <a:ext cx="1978768" cy="424986"/>
        </a:xfrm>
        <a:prstGeom prst="rect">
          <a:avLst/>
        </a:prstGeom>
        <a:noFill/>
        <a:ln>
          <a:noFill/>
        </a:ln>
        <a:effectLst/>
      </dsp:spPr>
      <dsp:style>
        <a:lnRef idx="0">
          <a:scrgbClr r="0" g="0" b="0"/>
        </a:lnRef>
        <a:fillRef idx="0">
          <a:scrgbClr r="0" g="0" b="0"/>
        </a:fillRef>
        <a:effectRef idx="0">
          <a:scrgbClr r="0" g="0" b="0"/>
        </a:effectRef>
        <a:fontRef idx="minor"/>
      </dsp:style>
    </dsp:sp>
    <dsp:sp modelId="{F0A468FA-CAAA-4558-89BF-80B29EC80812}">
      <dsp:nvSpPr>
        <dsp:cNvPr id="0" name=""/>
        <dsp:cNvSpPr/>
      </dsp:nvSpPr>
      <dsp:spPr>
        <a:xfrm>
          <a:off x="6985964" y="372976"/>
          <a:ext cx="692569" cy="69256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7C331C-288C-4A41-AE01-D1817A4537E0}">
      <dsp:nvSpPr>
        <dsp:cNvPr id="0" name=""/>
        <dsp:cNvSpPr/>
      </dsp:nvSpPr>
      <dsp:spPr>
        <a:xfrm>
          <a:off x="6985964" y="1220698"/>
          <a:ext cx="1978768" cy="226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dirty="0"/>
            <a:t>Call must include all client information, health questions, disclosures, HIPPA statement, replacement questions if applicable, and voice signature.</a:t>
          </a:r>
        </a:p>
      </dsp:txBody>
      <dsp:txXfrm>
        <a:off x="6985964" y="1220698"/>
        <a:ext cx="1978768" cy="2261718"/>
      </dsp:txXfrm>
    </dsp:sp>
    <dsp:sp modelId="{02E1F426-C0E7-49A3-B6DF-9740601FAA49}">
      <dsp:nvSpPr>
        <dsp:cNvPr id="0" name=""/>
        <dsp:cNvSpPr/>
      </dsp:nvSpPr>
      <dsp:spPr>
        <a:xfrm>
          <a:off x="6985964" y="3554581"/>
          <a:ext cx="1978768" cy="424986"/>
        </a:xfrm>
        <a:prstGeom prst="rect">
          <a:avLst/>
        </a:prstGeom>
        <a:noFill/>
        <a:ln>
          <a:noFill/>
        </a:ln>
        <a:effectLst/>
      </dsp:spPr>
      <dsp:style>
        <a:lnRef idx="0">
          <a:scrgbClr r="0" g="0" b="0"/>
        </a:lnRef>
        <a:fillRef idx="0">
          <a:scrgbClr r="0" g="0" b="0"/>
        </a:fillRef>
        <a:effectRef idx="0">
          <a:scrgbClr r="0" g="0" b="0"/>
        </a:effectRef>
        <a:fontRef idx="minor"/>
      </dsp:style>
    </dsp:sp>
    <dsp:sp modelId="{A7A478A5-D1B5-4BBD-8A10-A2802D30393F}">
      <dsp:nvSpPr>
        <dsp:cNvPr id="0" name=""/>
        <dsp:cNvSpPr/>
      </dsp:nvSpPr>
      <dsp:spPr>
        <a:xfrm>
          <a:off x="9689883" y="365560"/>
          <a:ext cx="692569" cy="69256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0EB633-8BA8-42D1-8F2F-3B460580473B}">
      <dsp:nvSpPr>
        <dsp:cNvPr id="0" name=""/>
        <dsp:cNvSpPr/>
      </dsp:nvSpPr>
      <dsp:spPr>
        <a:xfrm>
          <a:off x="9689883" y="1213282"/>
          <a:ext cx="1978768" cy="226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dirty="0"/>
            <a:t>Recording ID requested on the application MUST be the insureds full telephone number followed by the date and must match the label of the upload. </a:t>
          </a:r>
        </a:p>
      </dsp:txBody>
      <dsp:txXfrm>
        <a:off x="9689883" y="1213282"/>
        <a:ext cx="1978768" cy="2261718"/>
      </dsp:txXfrm>
    </dsp:sp>
    <dsp:sp modelId="{0AC613EE-7A03-4553-9919-838CB1D402C5}">
      <dsp:nvSpPr>
        <dsp:cNvPr id="0" name=""/>
        <dsp:cNvSpPr/>
      </dsp:nvSpPr>
      <dsp:spPr>
        <a:xfrm>
          <a:off x="9321823" y="3296793"/>
          <a:ext cx="2736498" cy="4546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90000"/>
            </a:lnSpc>
            <a:spcBef>
              <a:spcPct val="0"/>
            </a:spcBef>
            <a:spcAft>
              <a:spcPct val="35000"/>
            </a:spcAft>
            <a:buNone/>
          </a:pPr>
          <a:r>
            <a:rPr lang="en-US" sz="1600" kern="1200" dirty="0"/>
            <a:t>         (8502283234-12/01/23)</a:t>
          </a:r>
        </a:p>
      </dsp:txBody>
      <dsp:txXfrm>
        <a:off x="9321823" y="3296793"/>
        <a:ext cx="2736498" cy="45465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01117D-7241-472C-B7F3-D231BAF4D6B3}">
      <dsp:nvSpPr>
        <dsp:cNvPr id="0" name=""/>
        <dsp:cNvSpPr/>
      </dsp:nvSpPr>
      <dsp:spPr>
        <a:xfrm>
          <a:off x="10804" y="372976"/>
          <a:ext cx="692569" cy="6925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01531F8-CF62-4028-A4FE-2E263182C1AD}">
      <dsp:nvSpPr>
        <dsp:cNvPr id="0" name=""/>
        <dsp:cNvSpPr/>
      </dsp:nvSpPr>
      <dsp:spPr>
        <a:xfrm>
          <a:off x="10804" y="1220698"/>
          <a:ext cx="1978768" cy="226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dirty="0"/>
            <a:t>All CICA Life Superior Choice voice signatures MUST be on a recorded line. </a:t>
          </a:r>
        </a:p>
      </dsp:txBody>
      <dsp:txXfrm>
        <a:off x="10804" y="1220698"/>
        <a:ext cx="1978768" cy="2261718"/>
      </dsp:txXfrm>
    </dsp:sp>
    <dsp:sp modelId="{67C01EC1-DE30-4DD8-9071-C96D8722D8F0}">
      <dsp:nvSpPr>
        <dsp:cNvPr id="0" name=""/>
        <dsp:cNvSpPr/>
      </dsp:nvSpPr>
      <dsp:spPr>
        <a:xfrm>
          <a:off x="10804" y="3554581"/>
          <a:ext cx="1978768" cy="424986"/>
        </a:xfrm>
        <a:prstGeom prst="rect">
          <a:avLst/>
        </a:prstGeom>
        <a:noFill/>
        <a:ln>
          <a:noFill/>
        </a:ln>
        <a:effectLst/>
      </dsp:spPr>
      <dsp:style>
        <a:lnRef idx="0">
          <a:scrgbClr r="0" g="0" b="0"/>
        </a:lnRef>
        <a:fillRef idx="0">
          <a:scrgbClr r="0" g="0" b="0"/>
        </a:fillRef>
        <a:effectRef idx="0">
          <a:scrgbClr r="0" g="0" b="0"/>
        </a:effectRef>
        <a:fontRef idx="minor"/>
      </dsp:style>
    </dsp:sp>
    <dsp:sp modelId="{7A2A6024-A78A-48C6-9DD8-43CDBC65B119}">
      <dsp:nvSpPr>
        <dsp:cNvPr id="0" name=""/>
        <dsp:cNvSpPr/>
      </dsp:nvSpPr>
      <dsp:spPr>
        <a:xfrm>
          <a:off x="2335858" y="372976"/>
          <a:ext cx="692569" cy="6925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4A882A-375E-4BE9-A884-C06EFE9E13E3}">
      <dsp:nvSpPr>
        <dsp:cNvPr id="0" name=""/>
        <dsp:cNvSpPr/>
      </dsp:nvSpPr>
      <dsp:spPr>
        <a:xfrm>
          <a:off x="2335858" y="1220698"/>
          <a:ext cx="1978768" cy="226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dirty="0"/>
            <a:t>Call recording must be uploaded within 24 hours of completing the application.</a:t>
          </a:r>
        </a:p>
      </dsp:txBody>
      <dsp:txXfrm>
        <a:off x="2335858" y="1220698"/>
        <a:ext cx="1978768" cy="2261718"/>
      </dsp:txXfrm>
    </dsp:sp>
    <dsp:sp modelId="{B96709D5-5A2D-4DB3-959B-42EDF13359D1}">
      <dsp:nvSpPr>
        <dsp:cNvPr id="0" name=""/>
        <dsp:cNvSpPr/>
      </dsp:nvSpPr>
      <dsp:spPr>
        <a:xfrm>
          <a:off x="2335858" y="3554581"/>
          <a:ext cx="1978768" cy="424986"/>
        </a:xfrm>
        <a:prstGeom prst="rect">
          <a:avLst/>
        </a:prstGeom>
        <a:noFill/>
        <a:ln>
          <a:noFill/>
        </a:ln>
        <a:effectLst/>
      </dsp:spPr>
      <dsp:style>
        <a:lnRef idx="0">
          <a:scrgbClr r="0" g="0" b="0"/>
        </a:lnRef>
        <a:fillRef idx="0">
          <a:scrgbClr r="0" g="0" b="0"/>
        </a:fillRef>
        <a:effectRef idx="0">
          <a:scrgbClr r="0" g="0" b="0"/>
        </a:effectRef>
        <a:fontRef idx="minor"/>
      </dsp:style>
    </dsp:sp>
    <dsp:sp modelId="{632113BD-2380-49AB-8A75-8FCBAD14FE4D}">
      <dsp:nvSpPr>
        <dsp:cNvPr id="0" name=""/>
        <dsp:cNvSpPr/>
      </dsp:nvSpPr>
      <dsp:spPr>
        <a:xfrm>
          <a:off x="4660911" y="372976"/>
          <a:ext cx="692569" cy="69256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66F9A06-99A5-4C08-8C86-8BAEF5626DB1}">
      <dsp:nvSpPr>
        <dsp:cNvPr id="0" name=""/>
        <dsp:cNvSpPr/>
      </dsp:nvSpPr>
      <dsp:spPr>
        <a:xfrm>
          <a:off x="4660911" y="1220698"/>
          <a:ext cx="1978768" cy="226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dirty="0"/>
            <a:t>Do not need to trim the call recording, it can be the full presentation. </a:t>
          </a:r>
        </a:p>
      </dsp:txBody>
      <dsp:txXfrm>
        <a:off x="4660911" y="1220698"/>
        <a:ext cx="1978768" cy="2261718"/>
      </dsp:txXfrm>
    </dsp:sp>
    <dsp:sp modelId="{32B59CBE-3AD3-4781-B1C2-A15925EA493B}">
      <dsp:nvSpPr>
        <dsp:cNvPr id="0" name=""/>
        <dsp:cNvSpPr/>
      </dsp:nvSpPr>
      <dsp:spPr>
        <a:xfrm>
          <a:off x="4660911" y="3554581"/>
          <a:ext cx="1978768" cy="424986"/>
        </a:xfrm>
        <a:prstGeom prst="rect">
          <a:avLst/>
        </a:prstGeom>
        <a:noFill/>
        <a:ln>
          <a:noFill/>
        </a:ln>
        <a:effectLst/>
      </dsp:spPr>
      <dsp:style>
        <a:lnRef idx="0">
          <a:scrgbClr r="0" g="0" b="0"/>
        </a:lnRef>
        <a:fillRef idx="0">
          <a:scrgbClr r="0" g="0" b="0"/>
        </a:fillRef>
        <a:effectRef idx="0">
          <a:scrgbClr r="0" g="0" b="0"/>
        </a:effectRef>
        <a:fontRef idx="minor"/>
      </dsp:style>
    </dsp:sp>
    <dsp:sp modelId="{F0A468FA-CAAA-4558-89BF-80B29EC80812}">
      <dsp:nvSpPr>
        <dsp:cNvPr id="0" name=""/>
        <dsp:cNvSpPr/>
      </dsp:nvSpPr>
      <dsp:spPr>
        <a:xfrm>
          <a:off x="6985964" y="372976"/>
          <a:ext cx="692569" cy="69256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7C331C-288C-4A41-AE01-D1817A4537E0}">
      <dsp:nvSpPr>
        <dsp:cNvPr id="0" name=""/>
        <dsp:cNvSpPr/>
      </dsp:nvSpPr>
      <dsp:spPr>
        <a:xfrm>
          <a:off x="6985964" y="1220698"/>
          <a:ext cx="1978768" cy="226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dirty="0"/>
            <a:t>Call must include all client information, health questions, disclosures, HIPPA statement, replacement questions if applicable, and voice signature.</a:t>
          </a:r>
        </a:p>
      </dsp:txBody>
      <dsp:txXfrm>
        <a:off x="6985964" y="1220698"/>
        <a:ext cx="1978768" cy="2261718"/>
      </dsp:txXfrm>
    </dsp:sp>
    <dsp:sp modelId="{02E1F426-C0E7-49A3-B6DF-9740601FAA49}">
      <dsp:nvSpPr>
        <dsp:cNvPr id="0" name=""/>
        <dsp:cNvSpPr/>
      </dsp:nvSpPr>
      <dsp:spPr>
        <a:xfrm>
          <a:off x="6985964" y="3554581"/>
          <a:ext cx="1978768" cy="424986"/>
        </a:xfrm>
        <a:prstGeom prst="rect">
          <a:avLst/>
        </a:prstGeom>
        <a:noFill/>
        <a:ln>
          <a:noFill/>
        </a:ln>
        <a:effectLst/>
      </dsp:spPr>
      <dsp:style>
        <a:lnRef idx="0">
          <a:scrgbClr r="0" g="0" b="0"/>
        </a:lnRef>
        <a:fillRef idx="0">
          <a:scrgbClr r="0" g="0" b="0"/>
        </a:fillRef>
        <a:effectRef idx="0">
          <a:scrgbClr r="0" g="0" b="0"/>
        </a:effectRef>
        <a:fontRef idx="minor"/>
      </dsp:style>
    </dsp:sp>
    <dsp:sp modelId="{A7A478A5-D1B5-4BBD-8A10-A2802D30393F}">
      <dsp:nvSpPr>
        <dsp:cNvPr id="0" name=""/>
        <dsp:cNvSpPr/>
      </dsp:nvSpPr>
      <dsp:spPr>
        <a:xfrm>
          <a:off x="9689883" y="365560"/>
          <a:ext cx="692569" cy="69256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0EB633-8BA8-42D1-8F2F-3B460580473B}">
      <dsp:nvSpPr>
        <dsp:cNvPr id="0" name=""/>
        <dsp:cNvSpPr/>
      </dsp:nvSpPr>
      <dsp:spPr>
        <a:xfrm>
          <a:off x="9689883" y="1213282"/>
          <a:ext cx="1978768" cy="226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dirty="0"/>
            <a:t>Recording ID requested on the application MUST be the insureds full telephone number followed by the date and must match the label of the upload. </a:t>
          </a:r>
        </a:p>
      </dsp:txBody>
      <dsp:txXfrm>
        <a:off x="9689883" y="1213282"/>
        <a:ext cx="1978768" cy="2261718"/>
      </dsp:txXfrm>
    </dsp:sp>
    <dsp:sp modelId="{0AC613EE-7A03-4553-9919-838CB1D402C5}">
      <dsp:nvSpPr>
        <dsp:cNvPr id="0" name=""/>
        <dsp:cNvSpPr/>
      </dsp:nvSpPr>
      <dsp:spPr>
        <a:xfrm>
          <a:off x="9321823" y="3296793"/>
          <a:ext cx="2736498" cy="4546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90000"/>
            </a:lnSpc>
            <a:spcBef>
              <a:spcPct val="0"/>
            </a:spcBef>
            <a:spcAft>
              <a:spcPct val="35000"/>
            </a:spcAft>
            <a:buNone/>
          </a:pPr>
          <a:r>
            <a:rPr lang="en-US" sz="1600" kern="1200" dirty="0"/>
            <a:t>         (8502283234-12/01/23)</a:t>
          </a:r>
        </a:p>
      </dsp:txBody>
      <dsp:txXfrm>
        <a:off x="9321823" y="3296793"/>
        <a:ext cx="2736498" cy="45465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01117D-7241-472C-B7F3-D231BAF4D6B3}">
      <dsp:nvSpPr>
        <dsp:cNvPr id="0" name=""/>
        <dsp:cNvSpPr/>
      </dsp:nvSpPr>
      <dsp:spPr>
        <a:xfrm>
          <a:off x="10804" y="372976"/>
          <a:ext cx="692569" cy="6925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01531F8-CF62-4028-A4FE-2E263182C1AD}">
      <dsp:nvSpPr>
        <dsp:cNvPr id="0" name=""/>
        <dsp:cNvSpPr/>
      </dsp:nvSpPr>
      <dsp:spPr>
        <a:xfrm>
          <a:off x="10804" y="1220698"/>
          <a:ext cx="1978768" cy="226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dirty="0"/>
            <a:t>All CICA Life Superior Choice voice signatures MUST be on a recorded line. </a:t>
          </a:r>
        </a:p>
      </dsp:txBody>
      <dsp:txXfrm>
        <a:off x="10804" y="1220698"/>
        <a:ext cx="1978768" cy="2261718"/>
      </dsp:txXfrm>
    </dsp:sp>
    <dsp:sp modelId="{67C01EC1-DE30-4DD8-9071-C96D8722D8F0}">
      <dsp:nvSpPr>
        <dsp:cNvPr id="0" name=""/>
        <dsp:cNvSpPr/>
      </dsp:nvSpPr>
      <dsp:spPr>
        <a:xfrm>
          <a:off x="10804" y="3554581"/>
          <a:ext cx="1978768" cy="424986"/>
        </a:xfrm>
        <a:prstGeom prst="rect">
          <a:avLst/>
        </a:prstGeom>
        <a:noFill/>
        <a:ln>
          <a:noFill/>
        </a:ln>
        <a:effectLst/>
      </dsp:spPr>
      <dsp:style>
        <a:lnRef idx="0">
          <a:scrgbClr r="0" g="0" b="0"/>
        </a:lnRef>
        <a:fillRef idx="0">
          <a:scrgbClr r="0" g="0" b="0"/>
        </a:fillRef>
        <a:effectRef idx="0">
          <a:scrgbClr r="0" g="0" b="0"/>
        </a:effectRef>
        <a:fontRef idx="minor"/>
      </dsp:style>
    </dsp:sp>
    <dsp:sp modelId="{7A2A6024-A78A-48C6-9DD8-43CDBC65B119}">
      <dsp:nvSpPr>
        <dsp:cNvPr id="0" name=""/>
        <dsp:cNvSpPr/>
      </dsp:nvSpPr>
      <dsp:spPr>
        <a:xfrm>
          <a:off x="2335858" y="372976"/>
          <a:ext cx="692569" cy="6925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4A882A-375E-4BE9-A884-C06EFE9E13E3}">
      <dsp:nvSpPr>
        <dsp:cNvPr id="0" name=""/>
        <dsp:cNvSpPr/>
      </dsp:nvSpPr>
      <dsp:spPr>
        <a:xfrm>
          <a:off x="2335858" y="1220698"/>
          <a:ext cx="1978768" cy="226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dirty="0"/>
            <a:t>Call recording must be uploaded within 24 hours of completing the application.</a:t>
          </a:r>
        </a:p>
      </dsp:txBody>
      <dsp:txXfrm>
        <a:off x="2335858" y="1220698"/>
        <a:ext cx="1978768" cy="2261718"/>
      </dsp:txXfrm>
    </dsp:sp>
    <dsp:sp modelId="{B96709D5-5A2D-4DB3-959B-42EDF13359D1}">
      <dsp:nvSpPr>
        <dsp:cNvPr id="0" name=""/>
        <dsp:cNvSpPr/>
      </dsp:nvSpPr>
      <dsp:spPr>
        <a:xfrm>
          <a:off x="2335858" y="3554581"/>
          <a:ext cx="1978768" cy="424986"/>
        </a:xfrm>
        <a:prstGeom prst="rect">
          <a:avLst/>
        </a:prstGeom>
        <a:noFill/>
        <a:ln>
          <a:noFill/>
        </a:ln>
        <a:effectLst/>
      </dsp:spPr>
      <dsp:style>
        <a:lnRef idx="0">
          <a:scrgbClr r="0" g="0" b="0"/>
        </a:lnRef>
        <a:fillRef idx="0">
          <a:scrgbClr r="0" g="0" b="0"/>
        </a:fillRef>
        <a:effectRef idx="0">
          <a:scrgbClr r="0" g="0" b="0"/>
        </a:effectRef>
        <a:fontRef idx="minor"/>
      </dsp:style>
    </dsp:sp>
    <dsp:sp modelId="{632113BD-2380-49AB-8A75-8FCBAD14FE4D}">
      <dsp:nvSpPr>
        <dsp:cNvPr id="0" name=""/>
        <dsp:cNvSpPr/>
      </dsp:nvSpPr>
      <dsp:spPr>
        <a:xfrm>
          <a:off x="4660911" y="372976"/>
          <a:ext cx="692569" cy="69256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66F9A06-99A5-4C08-8C86-8BAEF5626DB1}">
      <dsp:nvSpPr>
        <dsp:cNvPr id="0" name=""/>
        <dsp:cNvSpPr/>
      </dsp:nvSpPr>
      <dsp:spPr>
        <a:xfrm>
          <a:off x="4660911" y="1220698"/>
          <a:ext cx="1978768" cy="226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dirty="0"/>
            <a:t>Do not need to trim the call recording, it can be the full presentation. </a:t>
          </a:r>
        </a:p>
      </dsp:txBody>
      <dsp:txXfrm>
        <a:off x="4660911" y="1220698"/>
        <a:ext cx="1978768" cy="2261718"/>
      </dsp:txXfrm>
    </dsp:sp>
    <dsp:sp modelId="{32B59CBE-3AD3-4781-B1C2-A15925EA493B}">
      <dsp:nvSpPr>
        <dsp:cNvPr id="0" name=""/>
        <dsp:cNvSpPr/>
      </dsp:nvSpPr>
      <dsp:spPr>
        <a:xfrm>
          <a:off x="4660911" y="3554581"/>
          <a:ext cx="1978768" cy="424986"/>
        </a:xfrm>
        <a:prstGeom prst="rect">
          <a:avLst/>
        </a:prstGeom>
        <a:noFill/>
        <a:ln>
          <a:noFill/>
        </a:ln>
        <a:effectLst/>
      </dsp:spPr>
      <dsp:style>
        <a:lnRef idx="0">
          <a:scrgbClr r="0" g="0" b="0"/>
        </a:lnRef>
        <a:fillRef idx="0">
          <a:scrgbClr r="0" g="0" b="0"/>
        </a:fillRef>
        <a:effectRef idx="0">
          <a:scrgbClr r="0" g="0" b="0"/>
        </a:effectRef>
        <a:fontRef idx="minor"/>
      </dsp:style>
    </dsp:sp>
    <dsp:sp modelId="{F0A468FA-CAAA-4558-89BF-80B29EC80812}">
      <dsp:nvSpPr>
        <dsp:cNvPr id="0" name=""/>
        <dsp:cNvSpPr/>
      </dsp:nvSpPr>
      <dsp:spPr>
        <a:xfrm>
          <a:off x="6985964" y="372976"/>
          <a:ext cx="692569" cy="69256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7C331C-288C-4A41-AE01-D1817A4537E0}">
      <dsp:nvSpPr>
        <dsp:cNvPr id="0" name=""/>
        <dsp:cNvSpPr/>
      </dsp:nvSpPr>
      <dsp:spPr>
        <a:xfrm>
          <a:off x="6985964" y="1220698"/>
          <a:ext cx="1978768" cy="226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dirty="0"/>
            <a:t>Call must include all client information, health questions, disclosures, HIPPA statement, replacement questions if applicable, and voice signature.</a:t>
          </a:r>
        </a:p>
      </dsp:txBody>
      <dsp:txXfrm>
        <a:off x="6985964" y="1220698"/>
        <a:ext cx="1978768" cy="2261718"/>
      </dsp:txXfrm>
    </dsp:sp>
    <dsp:sp modelId="{02E1F426-C0E7-49A3-B6DF-9740601FAA49}">
      <dsp:nvSpPr>
        <dsp:cNvPr id="0" name=""/>
        <dsp:cNvSpPr/>
      </dsp:nvSpPr>
      <dsp:spPr>
        <a:xfrm>
          <a:off x="6985964" y="3554581"/>
          <a:ext cx="1978768" cy="424986"/>
        </a:xfrm>
        <a:prstGeom prst="rect">
          <a:avLst/>
        </a:prstGeom>
        <a:noFill/>
        <a:ln>
          <a:noFill/>
        </a:ln>
        <a:effectLst/>
      </dsp:spPr>
      <dsp:style>
        <a:lnRef idx="0">
          <a:scrgbClr r="0" g="0" b="0"/>
        </a:lnRef>
        <a:fillRef idx="0">
          <a:scrgbClr r="0" g="0" b="0"/>
        </a:fillRef>
        <a:effectRef idx="0">
          <a:scrgbClr r="0" g="0" b="0"/>
        </a:effectRef>
        <a:fontRef idx="minor"/>
      </dsp:style>
    </dsp:sp>
    <dsp:sp modelId="{A7A478A5-D1B5-4BBD-8A10-A2802D30393F}">
      <dsp:nvSpPr>
        <dsp:cNvPr id="0" name=""/>
        <dsp:cNvSpPr/>
      </dsp:nvSpPr>
      <dsp:spPr>
        <a:xfrm>
          <a:off x="9689883" y="365560"/>
          <a:ext cx="692569" cy="69256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0EB633-8BA8-42D1-8F2F-3B460580473B}">
      <dsp:nvSpPr>
        <dsp:cNvPr id="0" name=""/>
        <dsp:cNvSpPr/>
      </dsp:nvSpPr>
      <dsp:spPr>
        <a:xfrm>
          <a:off x="9689883" y="1213282"/>
          <a:ext cx="1978768" cy="226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dirty="0"/>
            <a:t>Recording ID requested on the application MUST be the insureds full telephone number followed by the date and must match the label of the upload. </a:t>
          </a:r>
        </a:p>
      </dsp:txBody>
      <dsp:txXfrm>
        <a:off x="9689883" y="1213282"/>
        <a:ext cx="1978768" cy="2261718"/>
      </dsp:txXfrm>
    </dsp:sp>
    <dsp:sp modelId="{0AC613EE-7A03-4553-9919-838CB1D402C5}">
      <dsp:nvSpPr>
        <dsp:cNvPr id="0" name=""/>
        <dsp:cNvSpPr/>
      </dsp:nvSpPr>
      <dsp:spPr>
        <a:xfrm>
          <a:off x="9321823" y="3296793"/>
          <a:ext cx="2736498" cy="4546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90000"/>
            </a:lnSpc>
            <a:spcBef>
              <a:spcPct val="0"/>
            </a:spcBef>
            <a:spcAft>
              <a:spcPct val="35000"/>
            </a:spcAft>
            <a:buNone/>
          </a:pPr>
          <a:r>
            <a:rPr lang="en-US" sz="1600" kern="1200" dirty="0"/>
            <a:t>         (8502283234-12/01/23)</a:t>
          </a:r>
        </a:p>
      </dsp:txBody>
      <dsp:txXfrm>
        <a:off x="9321823" y="3296793"/>
        <a:ext cx="2736498" cy="45465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01117D-7241-472C-B7F3-D231BAF4D6B3}">
      <dsp:nvSpPr>
        <dsp:cNvPr id="0" name=""/>
        <dsp:cNvSpPr/>
      </dsp:nvSpPr>
      <dsp:spPr>
        <a:xfrm>
          <a:off x="10804" y="372976"/>
          <a:ext cx="692569" cy="6925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01531F8-CF62-4028-A4FE-2E263182C1AD}">
      <dsp:nvSpPr>
        <dsp:cNvPr id="0" name=""/>
        <dsp:cNvSpPr/>
      </dsp:nvSpPr>
      <dsp:spPr>
        <a:xfrm>
          <a:off x="10804" y="1220698"/>
          <a:ext cx="1978768" cy="226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dirty="0"/>
            <a:t>All CICA Life Superior Choice voice signatures MUST be on a recorded line. </a:t>
          </a:r>
        </a:p>
      </dsp:txBody>
      <dsp:txXfrm>
        <a:off x="10804" y="1220698"/>
        <a:ext cx="1978768" cy="2261718"/>
      </dsp:txXfrm>
    </dsp:sp>
    <dsp:sp modelId="{67C01EC1-DE30-4DD8-9071-C96D8722D8F0}">
      <dsp:nvSpPr>
        <dsp:cNvPr id="0" name=""/>
        <dsp:cNvSpPr/>
      </dsp:nvSpPr>
      <dsp:spPr>
        <a:xfrm>
          <a:off x="10804" y="3554581"/>
          <a:ext cx="1978768" cy="424986"/>
        </a:xfrm>
        <a:prstGeom prst="rect">
          <a:avLst/>
        </a:prstGeom>
        <a:noFill/>
        <a:ln>
          <a:noFill/>
        </a:ln>
        <a:effectLst/>
      </dsp:spPr>
      <dsp:style>
        <a:lnRef idx="0">
          <a:scrgbClr r="0" g="0" b="0"/>
        </a:lnRef>
        <a:fillRef idx="0">
          <a:scrgbClr r="0" g="0" b="0"/>
        </a:fillRef>
        <a:effectRef idx="0">
          <a:scrgbClr r="0" g="0" b="0"/>
        </a:effectRef>
        <a:fontRef idx="minor"/>
      </dsp:style>
    </dsp:sp>
    <dsp:sp modelId="{7A2A6024-A78A-48C6-9DD8-43CDBC65B119}">
      <dsp:nvSpPr>
        <dsp:cNvPr id="0" name=""/>
        <dsp:cNvSpPr/>
      </dsp:nvSpPr>
      <dsp:spPr>
        <a:xfrm>
          <a:off x="2335858" y="372976"/>
          <a:ext cx="692569" cy="6925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4A882A-375E-4BE9-A884-C06EFE9E13E3}">
      <dsp:nvSpPr>
        <dsp:cNvPr id="0" name=""/>
        <dsp:cNvSpPr/>
      </dsp:nvSpPr>
      <dsp:spPr>
        <a:xfrm>
          <a:off x="2335858" y="1220698"/>
          <a:ext cx="1978768" cy="226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dirty="0"/>
            <a:t>Call recording must be uploaded within 24 hours of completing the application.</a:t>
          </a:r>
        </a:p>
      </dsp:txBody>
      <dsp:txXfrm>
        <a:off x="2335858" y="1220698"/>
        <a:ext cx="1978768" cy="2261718"/>
      </dsp:txXfrm>
    </dsp:sp>
    <dsp:sp modelId="{B96709D5-5A2D-4DB3-959B-42EDF13359D1}">
      <dsp:nvSpPr>
        <dsp:cNvPr id="0" name=""/>
        <dsp:cNvSpPr/>
      </dsp:nvSpPr>
      <dsp:spPr>
        <a:xfrm>
          <a:off x="2335858" y="3554581"/>
          <a:ext cx="1978768" cy="424986"/>
        </a:xfrm>
        <a:prstGeom prst="rect">
          <a:avLst/>
        </a:prstGeom>
        <a:noFill/>
        <a:ln>
          <a:noFill/>
        </a:ln>
        <a:effectLst/>
      </dsp:spPr>
      <dsp:style>
        <a:lnRef idx="0">
          <a:scrgbClr r="0" g="0" b="0"/>
        </a:lnRef>
        <a:fillRef idx="0">
          <a:scrgbClr r="0" g="0" b="0"/>
        </a:fillRef>
        <a:effectRef idx="0">
          <a:scrgbClr r="0" g="0" b="0"/>
        </a:effectRef>
        <a:fontRef idx="minor"/>
      </dsp:style>
    </dsp:sp>
    <dsp:sp modelId="{632113BD-2380-49AB-8A75-8FCBAD14FE4D}">
      <dsp:nvSpPr>
        <dsp:cNvPr id="0" name=""/>
        <dsp:cNvSpPr/>
      </dsp:nvSpPr>
      <dsp:spPr>
        <a:xfrm>
          <a:off x="4660911" y="372976"/>
          <a:ext cx="692569" cy="69256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66F9A06-99A5-4C08-8C86-8BAEF5626DB1}">
      <dsp:nvSpPr>
        <dsp:cNvPr id="0" name=""/>
        <dsp:cNvSpPr/>
      </dsp:nvSpPr>
      <dsp:spPr>
        <a:xfrm>
          <a:off x="4660911" y="1220698"/>
          <a:ext cx="1978768" cy="226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dirty="0"/>
            <a:t>Do not need to trim the call recording, it can be the full presentation. </a:t>
          </a:r>
        </a:p>
      </dsp:txBody>
      <dsp:txXfrm>
        <a:off x="4660911" y="1220698"/>
        <a:ext cx="1978768" cy="2261718"/>
      </dsp:txXfrm>
    </dsp:sp>
    <dsp:sp modelId="{32B59CBE-3AD3-4781-B1C2-A15925EA493B}">
      <dsp:nvSpPr>
        <dsp:cNvPr id="0" name=""/>
        <dsp:cNvSpPr/>
      </dsp:nvSpPr>
      <dsp:spPr>
        <a:xfrm>
          <a:off x="4660911" y="3554581"/>
          <a:ext cx="1978768" cy="424986"/>
        </a:xfrm>
        <a:prstGeom prst="rect">
          <a:avLst/>
        </a:prstGeom>
        <a:noFill/>
        <a:ln>
          <a:noFill/>
        </a:ln>
        <a:effectLst/>
      </dsp:spPr>
      <dsp:style>
        <a:lnRef idx="0">
          <a:scrgbClr r="0" g="0" b="0"/>
        </a:lnRef>
        <a:fillRef idx="0">
          <a:scrgbClr r="0" g="0" b="0"/>
        </a:fillRef>
        <a:effectRef idx="0">
          <a:scrgbClr r="0" g="0" b="0"/>
        </a:effectRef>
        <a:fontRef idx="minor"/>
      </dsp:style>
    </dsp:sp>
    <dsp:sp modelId="{F0A468FA-CAAA-4558-89BF-80B29EC80812}">
      <dsp:nvSpPr>
        <dsp:cNvPr id="0" name=""/>
        <dsp:cNvSpPr/>
      </dsp:nvSpPr>
      <dsp:spPr>
        <a:xfrm>
          <a:off x="6985964" y="372976"/>
          <a:ext cx="692569" cy="69256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7C331C-288C-4A41-AE01-D1817A4537E0}">
      <dsp:nvSpPr>
        <dsp:cNvPr id="0" name=""/>
        <dsp:cNvSpPr/>
      </dsp:nvSpPr>
      <dsp:spPr>
        <a:xfrm>
          <a:off x="6985964" y="1220698"/>
          <a:ext cx="1978768" cy="226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dirty="0"/>
            <a:t>Call must include all client information, health questions, disclosures, HIPPA statement, replacement questions if applicable, and voice signature.</a:t>
          </a:r>
        </a:p>
      </dsp:txBody>
      <dsp:txXfrm>
        <a:off x="6985964" y="1220698"/>
        <a:ext cx="1978768" cy="2261718"/>
      </dsp:txXfrm>
    </dsp:sp>
    <dsp:sp modelId="{02E1F426-C0E7-49A3-B6DF-9740601FAA49}">
      <dsp:nvSpPr>
        <dsp:cNvPr id="0" name=""/>
        <dsp:cNvSpPr/>
      </dsp:nvSpPr>
      <dsp:spPr>
        <a:xfrm>
          <a:off x="6985964" y="3554581"/>
          <a:ext cx="1978768" cy="424986"/>
        </a:xfrm>
        <a:prstGeom prst="rect">
          <a:avLst/>
        </a:prstGeom>
        <a:noFill/>
        <a:ln>
          <a:noFill/>
        </a:ln>
        <a:effectLst/>
      </dsp:spPr>
      <dsp:style>
        <a:lnRef idx="0">
          <a:scrgbClr r="0" g="0" b="0"/>
        </a:lnRef>
        <a:fillRef idx="0">
          <a:scrgbClr r="0" g="0" b="0"/>
        </a:fillRef>
        <a:effectRef idx="0">
          <a:scrgbClr r="0" g="0" b="0"/>
        </a:effectRef>
        <a:fontRef idx="minor"/>
      </dsp:style>
    </dsp:sp>
    <dsp:sp modelId="{A7A478A5-D1B5-4BBD-8A10-A2802D30393F}">
      <dsp:nvSpPr>
        <dsp:cNvPr id="0" name=""/>
        <dsp:cNvSpPr/>
      </dsp:nvSpPr>
      <dsp:spPr>
        <a:xfrm>
          <a:off x="9689883" y="365560"/>
          <a:ext cx="692569" cy="69256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0EB633-8BA8-42D1-8F2F-3B460580473B}">
      <dsp:nvSpPr>
        <dsp:cNvPr id="0" name=""/>
        <dsp:cNvSpPr/>
      </dsp:nvSpPr>
      <dsp:spPr>
        <a:xfrm>
          <a:off x="9689883" y="1213282"/>
          <a:ext cx="1978768" cy="226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dirty="0"/>
            <a:t>Recording ID requested on the application MUST be the insureds full telephone number followed by the date and must match the label of the upload. </a:t>
          </a:r>
        </a:p>
      </dsp:txBody>
      <dsp:txXfrm>
        <a:off x="9689883" y="1213282"/>
        <a:ext cx="1978768" cy="2261718"/>
      </dsp:txXfrm>
    </dsp:sp>
    <dsp:sp modelId="{0AC613EE-7A03-4553-9919-838CB1D402C5}">
      <dsp:nvSpPr>
        <dsp:cNvPr id="0" name=""/>
        <dsp:cNvSpPr/>
      </dsp:nvSpPr>
      <dsp:spPr>
        <a:xfrm>
          <a:off x="9321823" y="3296793"/>
          <a:ext cx="2736498" cy="4546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90000"/>
            </a:lnSpc>
            <a:spcBef>
              <a:spcPct val="0"/>
            </a:spcBef>
            <a:spcAft>
              <a:spcPct val="35000"/>
            </a:spcAft>
            <a:buNone/>
          </a:pPr>
          <a:r>
            <a:rPr lang="en-US" sz="1600" kern="1200" dirty="0"/>
            <a:t>         (8502283234-12/01/23)</a:t>
          </a:r>
        </a:p>
      </dsp:txBody>
      <dsp:txXfrm>
        <a:off x="9321823" y="3296793"/>
        <a:ext cx="2736498" cy="45465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01117D-7241-472C-B7F3-D231BAF4D6B3}">
      <dsp:nvSpPr>
        <dsp:cNvPr id="0" name=""/>
        <dsp:cNvSpPr/>
      </dsp:nvSpPr>
      <dsp:spPr>
        <a:xfrm>
          <a:off x="10804" y="372976"/>
          <a:ext cx="692569" cy="6925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01531F8-CF62-4028-A4FE-2E263182C1AD}">
      <dsp:nvSpPr>
        <dsp:cNvPr id="0" name=""/>
        <dsp:cNvSpPr/>
      </dsp:nvSpPr>
      <dsp:spPr>
        <a:xfrm>
          <a:off x="10804" y="1220698"/>
          <a:ext cx="1978768" cy="226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dirty="0"/>
            <a:t>All CICA Life Superior Choice voice signatures MUST be on a recorded line. </a:t>
          </a:r>
        </a:p>
      </dsp:txBody>
      <dsp:txXfrm>
        <a:off x="10804" y="1220698"/>
        <a:ext cx="1978768" cy="2261718"/>
      </dsp:txXfrm>
    </dsp:sp>
    <dsp:sp modelId="{67C01EC1-DE30-4DD8-9071-C96D8722D8F0}">
      <dsp:nvSpPr>
        <dsp:cNvPr id="0" name=""/>
        <dsp:cNvSpPr/>
      </dsp:nvSpPr>
      <dsp:spPr>
        <a:xfrm>
          <a:off x="10804" y="3554581"/>
          <a:ext cx="1978768" cy="424986"/>
        </a:xfrm>
        <a:prstGeom prst="rect">
          <a:avLst/>
        </a:prstGeom>
        <a:noFill/>
        <a:ln>
          <a:noFill/>
        </a:ln>
        <a:effectLst/>
      </dsp:spPr>
      <dsp:style>
        <a:lnRef idx="0">
          <a:scrgbClr r="0" g="0" b="0"/>
        </a:lnRef>
        <a:fillRef idx="0">
          <a:scrgbClr r="0" g="0" b="0"/>
        </a:fillRef>
        <a:effectRef idx="0">
          <a:scrgbClr r="0" g="0" b="0"/>
        </a:effectRef>
        <a:fontRef idx="minor"/>
      </dsp:style>
    </dsp:sp>
    <dsp:sp modelId="{7A2A6024-A78A-48C6-9DD8-43CDBC65B119}">
      <dsp:nvSpPr>
        <dsp:cNvPr id="0" name=""/>
        <dsp:cNvSpPr/>
      </dsp:nvSpPr>
      <dsp:spPr>
        <a:xfrm>
          <a:off x="2335858" y="372976"/>
          <a:ext cx="692569" cy="6925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4A882A-375E-4BE9-A884-C06EFE9E13E3}">
      <dsp:nvSpPr>
        <dsp:cNvPr id="0" name=""/>
        <dsp:cNvSpPr/>
      </dsp:nvSpPr>
      <dsp:spPr>
        <a:xfrm>
          <a:off x="2335858" y="1220698"/>
          <a:ext cx="1978768" cy="226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dirty="0"/>
            <a:t>Call recording must be uploaded within 24 hours of completing the application.</a:t>
          </a:r>
        </a:p>
      </dsp:txBody>
      <dsp:txXfrm>
        <a:off x="2335858" y="1220698"/>
        <a:ext cx="1978768" cy="2261718"/>
      </dsp:txXfrm>
    </dsp:sp>
    <dsp:sp modelId="{B96709D5-5A2D-4DB3-959B-42EDF13359D1}">
      <dsp:nvSpPr>
        <dsp:cNvPr id="0" name=""/>
        <dsp:cNvSpPr/>
      </dsp:nvSpPr>
      <dsp:spPr>
        <a:xfrm>
          <a:off x="2335858" y="3554581"/>
          <a:ext cx="1978768" cy="424986"/>
        </a:xfrm>
        <a:prstGeom prst="rect">
          <a:avLst/>
        </a:prstGeom>
        <a:noFill/>
        <a:ln>
          <a:noFill/>
        </a:ln>
        <a:effectLst/>
      </dsp:spPr>
      <dsp:style>
        <a:lnRef idx="0">
          <a:scrgbClr r="0" g="0" b="0"/>
        </a:lnRef>
        <a:fillRef idx="0">
          <a:scrgbClr r="0" g="0" b="0"/>
        </a:fillRef>
        <a:effectRef idx="0">
          <a:scrgbClr r="0" g="0" b="0"/>
        </a:effectRef>
        <a:fontRef idx="minor"/>
      </dsp:style>
    </dsp:sp>
    <dsp:sp modelId="{632113BD-2380-49AB-8A75-8FCBAD14FE4D}">
      <dsp:nvSpPr>
        <dsp:cNvPr id="0" name=""/>
        <dsp:cNvSpPr/>
      </dsp:nvSpPr>
      <dsp:spPr>
        <a:xfrm>
          <a:off x="4660911" y="372976"/>
          <a:ext cx="692569" cy="69256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66F9A06-99A5-4C08-8C86-8BAEF5626DB1}">
      <dsp:nvSpPr>
        <dsp:cNvPr id="0" name=""/>
        <dsp:cNvSpPr/>
      </dsp:nvSpPr>
      <dsp:spPr>
        <a:xfrm>
          <a:off x="4660911" y="1220698"/>
          <a:ext cx="1978768" cy="226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dirty="0"/>
            <a:t>Do not need to trim the call recording, it can be the full presentation. </a:t>
          </a:r>
        </a:p>
      </dsp:txBody>
      <dsp:txXfrm>
        <a:off x="4660911" y="1220698"/>
        <a:ext cx="1978768" cy="2261718"/>
      </dsp:txXfrm>
    </dsp:sp>
    <dsp:sp modelId="{32B59CBE-3AD3-4781-B1C2-A15925EA493B}">
      <dsp:nvSpPr>
        <dsp:cNvPr id="0" name=""/>
        <dsp:cNvSpPr/>
      </dsp:nvSpPr>
      <dsp:spPr>
        <a:xfrm>
          <a:off x="4660911" y="3554581"/>
          <a:ext cx="1978768" cy="424986"/>
        </a:xfrm>
        <a:prstGeom prst="rect">
          <a:avLst/>
        </a:prstGeom>
        <a:noFill/>
        <a:ln>
          <a:noFill/>
        </a:ln>
        <a:effectLst/>
      </dsp:spPr>
      <dsp:style>
        <a:lnRef idx="0">
          <a:scrgbClr r="0" g="0" b="0"/>
        </a:lnRef>
        <a:fillRef idx="0">
          <a:scrgbClr r="0" g="0" b="0"/>
        </a:fillRef>
        <a:effectRef idx="0">
          <a:scrgbClr r="0" g="0" b="0"/>
        </a:effectRef>
        <a:fontRef idx="minor"/>
      </dsp:style>
    </dsp:sp>
    <dsp:sp modelId="{F0A468FA-CAAA-4558-89BF-80B29EC80812}">
      <dsp:nvSpPr>
        <dsp:cNvPr id="0" name=""/>
        <dsp:cNvSpPr/>
      </dsp:nvSpPr>
      <dsp:spPr>
        <a:xfrm>
          <a:off x="6985964" y="372976"/>
          <a:ext cx="692569" cy="69256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7C331C-288C-4A41-AE01-D1817A4537E0}">
      <dsp:nvSpPr>
        <dsp:cNvPr id="0" name=""/>
        <dsp:cNvSpPr/>
      </dsp:nvSpPr>
      <dsp:spPr>
        <a:xfrm>
          <a:off x="6985964" y="1220698"/>
          <a:ext cx="1978768" cy="226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dirty="0"/>
            <a:t>Call must include all client information, health questions, disclosures, HIPPA statement, replacement questions if applicable, and voice signature.</a:t>
          </a:r>
        </a:p>
      </dsp:txBody>
      <dsp:txXfrm>
        <a:off x="6985964" y="1220698"/>
        <a:ext cx="1978768" cy="2261718"/>
      </dsp:txXfrm>
    </dsp:sp>
    <dsp:sp modelId="{02E1F426-C0E7-49A3-B6DF-9740601FAA49}">
      <dsp:nvSpPr>
        <dsp:cNvPr id="0" name=""/>
        <dsp:cNvSpPr/>
      </dsp:nvSpPr>
      <dsp:spPr>
        <a:xfrm>
          <a:off x="6985964" y="3554581"/>
          <a:ext cx="1978768" cy="424986"/>
        </a:xfrm>
        <a:prstGeom prst="rect">
          <a:avLst/>
        </a:prstGeom>
        <a:noFill/>
        <a:ln>
          <a:noFill/>
        </a:ln>
        <a:effectLst/>
      </dsp:spPr>
      <dsp:style>
        <a:lnRef idx="0">
          <a:scrgbClr r="0" g="0" b="0"/>
        </a:lnRef>
        <a:fillRef idx="0">
          <a:scrgbClr r="0" g="0" b="0"/>
        </a:fillRef>
        <a:effectRef idx="0">
          <a:scrgbClr r="0" g="0" b="0"/>
        </a:effectRef>
        <a:fontRef idx="minor"/>
      </dsp:style>
    </dsp:sp>
    <dsp:sp modelId="{A7A478A5-D1B5-4BBD-8A10-A2802D30393F}">
      <dsp:nvSpPr>
        <dsp:cNvPr id="0" name=""/>
        <dsp:cNvSpPr/>
      </dsp:nvSpPr>
      <dsp:spPr>
        <a:xfrm>
          <a:off x="9689883" y="365560"/>
          <a:ext cx="692569" cy="69256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0EB633-8BA8-42D1-8F2F-3B460580473B}">
      <dsp:nvSpPr>
        <dsp:cNvPr id="0" name=""/>
        <dsp:cNvSpPr/>
      </dsp:nvSpPr>
      <dsp:spPr>
        <a:xfrm>
          <a:off x="9689883" y="1213282"/>
          <a:ext cx="1978768" cy="226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dirty="0"/>
            <a:t>Recording ID requested on the application MUST be the insureds full telephone number followed by the date and must match the label of the upload. </a:t>
          </a:r>
        </a:p>
      </dsp:txBody>
      <dsp:txXfrm>
        <a:off x="9689883" y="1213282"/>
        <a:ext cx="1978768" cy="2261718"/>
      </dsp:txXfrm>
    </dsp:sp>
    <dsp:sp modelId="{0AC613EE-7A03-4553-9919-838CB1D402C5}">
      <dsp:nvSpPr>
        <dsp:cNvPr id="0" name=""/>
        <dsp:cNvSpPr/>
      </dsp:nvSpPr>
      <dsp:spPr>
        <a:xfrm>
          <a:off x="9321823" y="3296793"/>
          <a:ext cx="2736498" cy="4546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90000"/>
            </a:lnSpc>
            <a:spcBef>
              <a:spcPct val="0"/>
            </a:spcBef>
            <a:spcAft>
              <a:spcPct val="35000"/>
            </a:spcAft>
            <a:buNone/>
          </a:pPr>
          <a:r>
            <a:rPr lang="en-US" sz="1600" kern="1200" dirty="0"/>
            <a:t>         (8502283234-12/01/23)</a:t>
          </a:r>
        </a:p>
      </dsp:txBody>
      <dsp:txXfrm>
        <a:off x="9321823" y="3296793"/>
        <a:ext cx="2736498" cy="45465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47935B-816A-CD40-9AFE-0187AE72AF5E}">
      <dsp:nvSpPr>
        <dsp:cNvPr id="0" name=""/>
        <dsp:cNvSpPr/>
      </dsp:nvSpPr>
      <dsp:spPr>
        <a:xfrm>
          <a:off x="0" y="40043"/>
          <a:ext cx="11098806" cy="551655"/>
        </a:xfrm>
        <a:prstGeom prst="roundRect">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kern="1200"/>
            <a:t>Superior Choice Agent support: </a:t>
          </a:r>
          <a:endParaRPr lang="en-US" sz="2300" kern="1200"/>
        </a:p>
      </dsp:txBody>
      <dsp:txXfrm>
        <a:off x="26930" y="66973"/>
        <a:ext cx="11044946" cy="497795"/>
      </dsp:txXfrm>
    </dsp:sp>
    <dsp:sp modelId="{EF6013F4-80FD-4B49-AD4D-B71D413A01F0}">
      <dsp:nvSpPr>
        <dsp:cNvPr id="0" name=""/>
        <dsp:cNvSpPr/>
      </dsp:nvSpPr>
      <dsp:spPr>
        <a:xfrm>
          <a:off x="0" y="591698"/>
          <a:ext cx="11098806" cy="618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2387"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Team Email: </a:t>
          </a:r>
          <a:r>
            <a:rPr lang="en-US" sz="1800" kern="1200">
              <a:hlinkClick xmlns:r="http://schemas.openxmlformats.org/officeDocument/2006/relationships" r:id="rId1"/>
            </a:rPr>
            <a:t>cps@citizensinc.com</a:t>
          </a:r>
          <a:r>
            <a:rPr lang="en-US" sz="1800" kern="1200"/>
            <a:t> </a:t>
          </a:r>
        </a:p>
        <a:p>
          <a:pPr marL="171450" lvl="1" indent="-171450" algn="l" defTabSz="800100">
            <a:lnSpc>
              <a:spcPct val="90000"/>
            </a:lnSpc>
            <a:spcBef>
              <a:spcPct val="0"/>
            </a:spcBef>
            <a:spcAft>
              <a:spcPct val="20000"/>
            </a:spcAft>
            <a:buChar char="•"/>
          </a:pPr>
          <a:r>
            <a:rPr lang="en-US" sz="1800" kern="1200" dirty="0"/>
            <a:t>Team Phone: (737) 289-4670 </a:t>
          </a:r>
        </a:p>
      </dsp:txBody>
      <dsp:txXfrm>
        <a:off x="0" y="591698"/>
        <a:ext cx="11098806" cy="618930"/>
      </dsp:txXfrm>
    </dsp:sp>
    <dsp:sp modelId="{008DF5D1-D635-C049-B7AB-61BB61357291}">
      <dsp:nvSpPr>
        <dsp:cNvPr id="0" name=""/>
        <dsp:cNvSpPr/>
      </dsp:nvSpPr>
      <dsp:spPr>
        <a:xfrm>
          <a:off x="0" y="1210628"/>
          <a:ext cx="11098806" cy="551655"/>
        </a:xfrm>
        <a:prstGeom prst="roundRect">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kern="1200"/>
            <a:t>Policy Holder Services Information: </a:t>
          </a:r>
          <a:endParaRPr lang="en-US" sz="2300" kern="1200"/>
        </a:p>
      </dsp:txBody>
      <dsp:txXfrm>
        <a:off x="26930" y="1237558"/>
        <a:ext cx="11044946" cy="497795"/>
      </dsp:txXfrm>
    </dsp:sp>
    <dsp:sp modelId="{AA61A909-53C7-5944-A07A-C758AFF50831}">
      <dsp:nvSpPr>
        <dsp:cNvPr id="0" name=""/>
        <dsp:cNvSpPr/>
      </dsp:nvSpPr>
      <dsp:spPr>
        <a:xfrm>
          <a:off x="0" y="1762283"/>
          <a:ext cx="11098806" cy="618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2387"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Team Email: </a:t>
          </a:r>
          <a:r>
            <a:rPr lang="en-US" sz="1800" kern="1200" dirty="0">
              <a:hlinkClick xmlns:r="http://schemas.openxmlformats.org/officeDocument/2006/relationships" r:id="rId2"/>
            </a:rPr>
            <a:t>phs.usa@citizensinc.com</a:t>
          </a:r>
          <a:r>
            <a:rPr lang="en-US" sz="1800" kern="1200" dirty="0"/>
            <a:t> </a:t>
          </a:r>
        </a:p>
        <a:p>
          <a:pPr marL="171450" lvl="1" indent="-171450" algn="l" defTabSz="800100">
            <a:lnSpc>
              <a:spcPct val="90000"/>
            </a:lnSpc>
            <a:spcBef>
              <a:spcPct val="0"/>
            </a:spcBef>
            <a:spcAft>
              <a:spcPct val="20000"/>
            </a:spcAft>
            <a:buChar char="•"/>
          </a:pPr>
          <a:r>
            <a:rPr lang="en-US" sz="1800" kern="1200"/>
            <a:t>Team Phone: (877) 282-7127 </a:t>
          </a:r>
        </a:p>
      </dsp:txBody>
      <dsp:txXfrm>
        <a:off x="0" y="1762283"/>
        <a:ext cx="11098806" cy="618930"/>
      </dsp:txXfrm>
    </dsp:sp>
    <dsp:sp modelId="{506372F9-1E48-2543-9E2C-F4FB05B9E6E3}">
      <dsp:nvSpPr>
        <dsp:cNvPr id="0" name=""/>
        <dsp:cNvSpPr/>
      </dsp:nvSpPr>
      <dsp:spPr>
        <a:xfrm>
          <a:off x="0" y="2381213"/>
          <a:ext cx="11098806" cy="551655"/>
        </a:xfrm>
        <a:prstGeom prst="roundRect">
          <a:avLst/>
        </a:prstGeom>
        <a:solidFill>
          <a:schemeClr val="accent1">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kern="1200"/>
            <a:t>New Business Department Information: </a:t>
          </a:r>
          <a:endParaRPr lang="en-US" sz="2300" kern="1200"/>
        </a:p>
      </dsp:txBody>
      <dsp:txXfrm>
        <a:off x="26930" y="2408143"/>
        <a:ext cx="11044946" cy="497795"/>
      </dsp:txXfrm>
    </dsp:sp>
    <dsp:sp modelId="{D82A19B6-A407-F547-9252-26B53BAD7C57}">
      <dsp:nvSpPr>
        <dsp:cNvPr id="0" name=""/>
        <dsp:cNvSpPr/>
      </dsp:nvSpPr>
      <dsp:spPr>
        <a:xfrm>
          <a:off x="0" y="2932868"/>
          <a:ext cx="11098806" cy="618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2387"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Team Email: </a:t>
          </a:r>
          <a:r>
            <a:rPr lang="en-US" sz="1800" kern="1200">
              <a:hlinkClick xmlns:r="http://schemas.openxmlformats.org/officeDocument/2006/relationships" r:id="rId3"/>
            </a:rPr>
            <a:t>nb@citizensinc.com</a:t>
          </a:r>
          <a:r>
            <a:rPr lang="en-US" sz="1800" kern="1200"/>
            <a:t> </a:t>
          </a:r>
        </a:p>
        <a:p>
          <a:pPr marL="171450" lvl="1" indent="-171450" algn="l" defTabSz="800100">
            <a:lnSpc>
              <a:spcPct val="90000"/>
            </a:lnSpc>
            <a:spcBef>
              <a:spcPct val="0"/>
            </a:spcBef>
            <a:spcAft>
              <a:spcPct val="20000"/>
            </a:spcAft>
            <a:buChar char="•"/>
          </a:pPr>
          <a:r>
            <a:rPr lang="en-US" sz="1800" kern="1200"/>
            <a:t>Team Phone: (737) 289-4670 </a:t>
          </a:r>
        </a:p>
      </dsp:txBody>
      <dsp:txXfrm>
        <a:off x="0" y="2932868"/>
        <a:ext cx="11098806" cy="618930"/>
      </dsp:txXfrm>
    </dsp:sp>
    <dsp:sp modelId="{579080C8-C9AA-1741-8C3C-5CCD4561FC62}">
      <dsp:nvSpPr>
        <dsp:cNvPr id="0" name=""/>
        <dsp:cNvSpPr/>
      </dsp:nvSpPr>
      <dsp:spPr>
        <a:xfrm>
          <a:off x="0" y="3551798"/>
          <a:ext cx="11098806" cy="551655"/>
        </a:xfrm>
        <a:prstGeom prst="roundRect">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kern="1200"/>
            <a:t>Claims Department Information: </a:t>
          </a:r>
          <a:endParaRPr lang="en-US" sz="2300" kern="1200"/>
        </a:p>
      </dsp:txBody>
      <dsp:txXfrm>
        <a:off x="26930" y="3578728"/>
        <a:ext cx="11044946" cy="497795"/>
      </dsp:txXfrm>
    </dsp:sp>
    <dsp:sp modelId="{F745DEB1-75F9-A342-865D-EA420D37269C}">
      <dsp:nvSpPr>
        <dsp:cNvPr id="0" name=""/>
        <dsp:cNvSpPr/>
      </dsp:nvSpPr>
      <dsp:spPr>
        <a:xfrm>
          <a:off x="0" y="4103453"/>
          <a:ext cx="11098806" cy="618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2387"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Team Email: </a:t>
          </a:r>
          <a:r>
            <a:rPr lang="en-US" sz="1800" kern="1200" dirty="0">
              <a:hlinkClick xmlns:r="http://schemas.openxmlformats.org/officeDocument/2006/relationships" r:id="rId4"/>
            </a:rPr>
            <a:t>claims@citizensinc.com</a:t>
          </a:r>
          <a:r>
            <a:rPr lang="en-US" sz="1800" kern="1200" dirty="0"/>
            <a:t> </a:t>
          </a:r>
        </a:p>
        <a:p>
          <a:pPr marL="171450" lvl="1" indent="-171450" algn="l" defTabSz="800100">
            <a:lnSpc>
              <a:spcPct val="90000"/>
            </a:lnSpc>
            <a:spcBef>
              <a:spcPct val="0"/>
            </a:spcBef>
            <a:spcAft>
              <a:spcPct val="20000"/>
            </a:spcAft>
            <a:buChar char="•"/>
          </a:pPr>
          <a:r>
            <a:rPr lang="en-US" sz="1800" kern="1200"/>
            <a:t>Team Phone: 737-530-0337 or ext 10151 </a:t>
          </a:r>
        </a:p>
      </dsp:txBody>
      <dsp:txXfrm>
        <a:off x="0" y="4103453"/>
        <a:ext cx="11098806" cy="618930"/>
      </dsp:txXfrm>
    </dsp:sp>
    <dsp:sp modelId="{1825C8B8-E885-2F43-9E29-F57519B9AB8B}">
      <dsp:nvSpPr>
        <dsp:cNvPr id="0" name=""/>
        <dsp:cNvSpPr/>
      </dsp:nvSpPr>
      <dsp:spPr>
        <a:xfrm>
          <a:off x="0" y="4722383"/>
          <a:ext cx="11098806" cy="551655"/>
        </a:xfrm>
        <a:prstGeom prst="roundRect">
          <a:avLst/>
        </a:prstGeom>
        <a:solidFill>
          <a:schemeClr val="accent1">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kern="1200" dirty="0"/>
            <a:t>Contracting, Appointments and Commission Department Information: </a:t>
          </a:r>
          <a:endParaRPr lang="en-US" sz="2300" kern="1200" dirty="0"/>
        </a:p>
      </dsp:txBody>
      <dsp:txXfrm>
        <a:off x="26930" y="4749313"/>
        <a:ext cx="11044946" cy="497795"/>
      </dsp:txXfrm>
    </dsp:sp>
    <dsp:sp modelId="{31AD5D85-5216-9C43-98CE-AD6C20B14890}">
      <dsp:nvSpPr>
        <dsp:cNvPr id="0" name=""/>
        <dsp:cNvSpPr/>
      </dsp:nvSpPr>
      <dsp:spPr>
        <a:xfrm>
          <a:off x="0" y="5274038"/>
          <a:ext cx="11098806" cy="618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2387"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Team Email: </a:t>
          </a:r>
          <a:r>
            <a:rPr lang="en-US" sz="1800" kern="1200">
              <a:hlinkClick xmlns:r="http://schemas.openxmlformats.org/officeDocument/2006/relationships" r:id="rId1"/>
            </a:rPr>
            <a:t>cps@citizensinc.com</a:t>
          </a:r>
          <a:r>
            <a:rPr lang="en-US" sz="1800" kern="1200"/>
            <a:t> </a:t>
          </a:r>
        </a:p>
        <a:p>
          <a:pPr marL="171450" lvl="1" indent="-171450" algn="l" defTabSz="800100">
            <a:lnSpc>
              <a:spcPct val="90000"/>
            </a:lnSpc>
            <a:spcBef>
              <a:spcPct val="0"/>
            </a:spcBef>
            <a:spcAft>
              <a:spcPct val="20000"/>
            </a:spcAft>
            <a:buChar char="•"/>
          </a:pPr>
          <a:r>
            <a:rPr lang="en-US" sz="1800" kern="1200"/>
            <a:t>Team Phone: (737) 289-4670 </a:t>
          </a:r>
        </a:p>
      </dsp:txBody>
      <dsp:txXfrm>
        <a:off x="0" y="5274038"/>
        <a:ext cx="11098806" cy="61893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77F617-C9C2-1B47-900E-349053F604BE}" type="datetimeFigureOut">
              <a:rPr lang="en-US" smtClean="0"/>
              <a:t>12/14/23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27317D-2F80-D842-8CE2-1855536B376A}" type="slidenum">
              <a:rPr lang="en-US" smtClean="0"/>
              <a:t>‹#›</a:t>
            </a:fld>
            <a:endParaRPr lang="en-US"/>
          </a:p>
        </p:txBody>
      </p:sp>
    </p:spTree>
    <p:extLst>
      <p:ext uri="{BB962C8B-B14F-4D97-AF65-F5344CB8AC3E}">
        <p14:creationId xmlns:p14="http://schemas.microsoft.com/office/powerpoint/2010/main" val="884927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77F617-C9C2-1B47-900E-349053F604BE}" type="datetimeFigureOut">
              <a:rPr lang="en-US" smtClean="0"/>
              <a:t>12/14/23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27317D-2F80-D842-8CE2-1855536B376A}" type="slidenum">
              <a:rPr lang="en-US" smtClean="0"/>
              <a:t>‹#›</a:t>
            </a:fld>
            <a:endParaRPr lang="en-US"/>
          </a:p>
        </p:txBody>
      </p:sp>
    </p:spTree>
    <p:extLst>
      <p:ext uri="{BB962C8B-B14F-4D97-AF65-F5344CB8AC3E}">
        <p14:creationId xmlns:p14="http://schemas.microsoft.com/office/powerpoint/2010/main" val="160843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77F617-C9C2-1B47-900E-349053F604BE}" type="datetimeFigureOut">
              <a:rPr lang="en-US" smtClean="0"/>
              <a:t>12/14/23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27317D-2F80-D842-8CE2-1855536B376A}" type="slidenum">
              <a:rPr lang="en-US" smtClean="0"/>
              <a:t>‹#›</a:t>
            </a:fld>
            <a:endParaRPr lang="en-US"/>
          </a:p>
        </p:txBody>
      </p:sp>
    </p:spTree>
    <p:extLst>
      <p:ext uri="{BB962C8B-B14F-4D97-AF65-F5344CB8AC3E}">
        <p14:creationId xmlns:p14="http://schemas.microsoft.com/office/powerpoint/2010/main" val="3547036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77F617-C9C2-1B47-900E-349053F604BE}" type="datetimeFigureOut">
              <a:rPr lang="en-US" smtClean="0"/>
              <a:t>12/14/23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27317D-2F80-D842-8CE2-1855536B376A}" type="slidenum">
              <a:rPr lang="en-US" smtClean="0"/>
              <a:t>‹#›</a:t>
            </a:fld>
            <a:endParaRPr lang="en-US"/>
          </a:p>
        </p:txBody>
      </p:sp>
    </p:spTree>
    <p:extLst>
      <p:ext uri="{BB962C8B-B14F-4D97-AF65-F5344CB8AC3E}">
        <p14:creationId xmlns:p14="http://schemas.microsoft.com/office/powerpoint/2010/main" val="1700290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77F617-C9C2-1B47-900E-349053F604BE}" type="datetimeFigureOut">
              <a:rPr lang="en-US" smtClean="0"/>
              <a:t>12/14/23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827317D-2F80-D842-8CE2-1855536B376A}" type="slidenum">
              <a:rPr lang="en-US" smtClean="0"/>
              <a:t>‹#›</a:t>
            </a:fld>
            <a:endParaRPr lang="en-US"/>
          </a:p>
        </p:txBody>
      </p:sp>
    </p:spTree>
    <p:extLst>
      <p:ext uri="{BB962C8B-B14F-4D97-AF65-F5344CB8AC3E}">
        <p14:creationId xmlns:p14="http://schemas.microsoft.com/office/powerpoint/2010/main" val="539879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A77F617-C9C2-1B47-900E-349053F604BE}" type="datetimeFigureOut">
              <a:rPr lang="en-US" smtClean="0"/>
              <a:t>12/14/23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827317D-2F80-D842-8CE2-1855536B376A}" type="slidenum">
              <a:rPr lang="en-US" smtClean="0"/>
              <a:t>‹#›</a:t>
            </a:fld>
            <a:endParaRPr lang="en-US"/>
          </a:p>
        </p:txBody>
      </p:sp>
    </p:spTree>
    <p:extLst>
      <p:ext uri="{BB962C8B-B14F-4D97-AF65-F5344CB8AC3E}">
        <p14:creationId xmlns:p14="http://schemas.microsoft.com/office/powerpoint/2010/main" val="3205945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77F617-C9C2-1B47-900E-349053F604BE}" type="datetimeFigureOut">
              <a:rPr lang="en-US" smtClean="0"/>
              <a:t>12/14/23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827317D-2F80-D842-8CE2-1855536B376A}" type="slidenum">
              <a:rPr lang="en-US" smtClean="0"/>
              <a:t>‹#›</a:t>
            </a:fld>
            <a:endParaRPr lang="en-US"/>
          </a:p>
        </p:txBody>
      </p:sp>
    </p:spTree>
    <p:extLst>
      <p:ext uri="{BB962C8B-B14F-4D97-AF65-F5344CB8AC3E}">
        <p14:creationId xmlns:p14="http://schemas.microsoft.com/office/powerpoint/2010/main" val="690000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77F617-C9C2-1B47-900E-349053F604BE}" type="datetimeFigureOut">
              <a:rPr lang="en-US" smtClean="0"/>
              <a:t>12/14/23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27317D-2F80-D842-8CE2-1855536B376A}" type="slidenum">
              <a:rPr lang="en-US" smtClean="0"/>
              <a:t>‹#›</a:t>
            </a:fld>
            <a:endParaRPr lang="en-US"/>
          </a:p>
        </p:txBody>
      </p:sp>
    </p:spTree>
    <p:extLst>
      <p:ext uri="{BB962C8B-B14F-4D97-AF65-F5344CB8AC3E}">
        <p14:creationId xmlns:p14="http://schemas.microsoft.com/office/powerpoint/2010/main" val="493609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77F617-C9C2-1B47-900E-349053F604BE}" type="datetimeFigureOut">
              <a:rPr lang="en-US" smtClean="0"/>
              <a:t>12/14/23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27317D-2F80-D842-8CE2-1855536B376A}" type="slidenum">
              <a:rPr lang="en-US" smtClean="0"/>
              <a:t>‹#›</a:t>
            </a:fld>
            <a:endParaRPr lang="en-US"/>
          </a:p>
        </p:txBody>
      </p:sp>
    </p:spTree>
    <p:extLst>
      <p:ext uri="{BB962C8B-B14F-4D97-AF65-F5344CB8AC3E}">
        <p14:creationId xmlns:p14="http://schemas.microsoft.com/office/powerpoint/2010/main" val="1569711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77F617-C9C2-1B47-900E-349053F604BE}" type="datetimeFigureOut">
              <a:rPr lang="en-US" smtClean="0"/>
              <a:t>12/14/23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27317D-2F80-D842-8CE2-1855536B376A}" type="slidenum">
              <a:rPr lang="en-US" smtClean="0"/>
              <a:t>‹#›</a:t>
            </a:fld>
            <a:endParaRPr lang="en-US"/>
          </a:p>
        </p:txBody>
      </p:sp>
    </p:spTree>
    <p:extLst>
      <p:ext uri="{BB962C8B-B14F-4D97-AF65-F5344CB8AC3E}">
        <p14:creationId xmlns:p14="http://schemas.microsoft.com/office/powerpoint/2010/main" val="425304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77F617-C9C2-1B47-900E-349053F604BE}" type="datetimeFigureOut">
              <a:rPr lang="en-US" smtClean="0"/>
              <a:t>12/14/23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27317D-2F80-D842-8CE2-1855536B376A}" type="slidenum">
              <a:rPr lang="en-US" smtClean="0"/>
              <a:t>‹#›</a:t>
            </a:fld>
            <a:endParaRPr lang="en-US"/>
          </a:p>
        </p:txBody>
      </p:sp>
    </p:spTree>
    <p:extLst>
      <p:ext uri="{BB962C8B-B14F-4D97-AF65-F5344CB8AC3E}">
        <p14:creationId xmlns:p14="http://schemas.microsoft.com/office/powerpoint/2010/main" val="1237857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77F617-C9C2-1B47-900E-349053F604BE}" type="datetimeFigureOut">
              <a:rPr lang="en-US" smtClean="0"/>
              <a:t>12/14/23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27317D-2F80-D842-8CE2-1855536B376A}" type="slidenum">
              <a:rPr lang="en-US" smtClean="0"/>
              <a:t>‹#›</a:t>
            </a:fld>
            <a:endParaRPr lang="en-US"/>
          </a:p>
        </p:txBody>
      </p:sp>
    </p:spTree>
    <p:extLst>
      <p:ext uri="{BB962C8B-B14F-4D97-AF65-F5344CB8AC3E}">
        <p14:creationId xmlns:p14="http://schemas.microsoft.com/office/powerpoint/2010/main" val="289814008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mailto:none@none.com"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mailto:none@none.com"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mailto:none@none.com"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mailto:none@none.com"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mailto:cps@citizensinc.com"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mailto:cps@citizensinc.com"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mailto:cps@citizensinc.com"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cicaamerica.citizensinc.com/"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Content Placeholder 8" descr="A blue and black logo&#10;&#10;Description automatically generated">
            <a:extLst>
              <a:ext uri="{FF2B5EF4-FFF2-40B4-BE49-F238E27FC236}">
                <a16:creationId xmlns:a16="http://schemas.microsoft.com/office/drawing/2014/main" id="{0D8B23AE-9B71-D584-6DB3-94BC538F21FF}"/>
              </a:ext>
            </a:extLst>
          </p:cNvPr>
          <p:cNvPicPr>
            <a:picLocks noGrp="1" noChangeAspect="1"/>
          </p:cNvPicPr>
          <p:nvPr>
            <p:ph idx="1"/>
          </p:nvPr>
        </p:nvPicPr>
        <p:blipFill rotWithShape="1">
          <a:blip r:embed="rId2"/>
          <a:srcRect l="10665" t="30291" r="9880" b="26509"/>
          <a:stretch/>
        </p:blipFill>
        <p:spPr>
          <a:xfrm>
            <a:off x="435671" y="1145908"/>
            <a:ext cx="11379891" cy="4640529"/>
          </a:xfrm>
          <a:prstGeom prst="rect">
            <a:avLst/>
          </a:prstGeom>
        </p:spPr>
      </p:pic>
    </p:spTree>
    <p:extLst>
      <p:ext uri="{BB962C8B-B14F-4D97-AF65-F5344CB8AC3E}">
        <p14:creationId xmlns:p14="http://schemas.microsoft.com/office/powerpoint/2010/main" val="403982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blue and white table with text&#10;&#10;Description automatically generated">
            <a:extLst>
              <a:ext uri="{FF2B5EF4-FFF2-40B4-BE49-F238E27FC236}">
                <a16:creationId xmlns:a16="http://schemas.microsoft.com/office/drawing/2014/main" id="{407B4220-4397-2816-5082-BFF247698398}"/>
              </a:ext>
            </a:extLst>
          </p:cNvPr>
          <p:cNvPicPr>
            <a:picLocks noGrp="1" noChangeAspect="1"/>
          </p:cNvPicPr>
          <p:nvPr>
            <p:ph idx="1"/>
          </p:nvPr>
        </p:nvPicPr>
        <p:blipFill>
          <a:blip r:embed="rId2"/>
          <a:stretch>
            <a:fillRect/>
          </a:stretch>
        </p:blipFill>
        <p:spPr>
          <a:xfrm>
            <a:off x="202981" y="541421"/>
            <a:ext cx="11786038" cy="5775157"/>
          </a:xfrm>
          <a:prstGeom prst="rect">
            <a:avLst/>
          </a:prstGeom>
        </p:spPr>
      </p:pic>
    </p:spTree>
    <p:extLst>
      <p:ext uri="{BB962C8B-B14F-4D97-AF65-F5344CB8AC3E}">
        <p14:creationId xmlns:p14="http://schemas.microsoft.com/office/powerpoint/2010/main" val="3062842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ounded Rectangle 12">
            <a:extLst>
              <a:ext uri="{FF2B5EF4-FFF2-40B4-BE49-F238E27FC236}">
                <a16:creationId xmlns:a16="http://schemas.microsoft.com/office/drawing/2014/main" id="{4EA5229F-6818-F6FB-1D6F-8A0485C03766}"/>
              </a:ext>
            </a:extLst>
          </p:cNvPr>
          <p:cNvSpPr/>
          <p:nvPr/>
        </p:nvSpPr>
        <p:spPr>
          <a:xfrm>
            <a:off x="496824" y="2329870"/>
            <a:ext cx="4373205" cy="139914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10">
            <a:extLst>
              <a:ext uri="{FF2B5EF4-FFF2-40B4-BE49-F238E27FC236}">
                <a16:creationId xmlns:a16="http://schemas.microsoft.com/office/drawing/2014/main" id="{D8B12A5D-B856-D2A6-6800-5FFD22F474A5}"/>
              </a:ext>
            </a:extLst>
          </p:cNvPr>
          <p:cNvSpPr>
            <a:spLocks noGrp="1"/>
          </p:cNvSpPr>
          <p:nvPr>
            <p:ph idx="1"/>
          </p:nvPr>
        </p:nvSpPr>
        <p:spPr>
          <a:xfrm>
            <a:off x="590719" y="2330505"/>
            <a:ext cx="4559425" cy="3979585"/>
          </a:xfrm>
        </p:spPr>
        <p:txBody>
          <a:bodyPr anchor="ctr">
            <a:normAutofit/>
          </a:bodyPr>
          <a:lstStyle/>
          <a:p>
            <a:pPr>
              <a:buFont typeface="Arial" panose="020B0604020202020204" pitchFamily="34" charset="0"/>
              <a:buChar char="•"/>
            </a:pPr>
            <a:r>
              <a:rPr lang="en-US" sz="2000" b="1" dirty="0">
                <a:solidFill>
                  <a:srgbClr val="212121"/>
                </a:solidFill>
                <a:effectLst/>
                <a:latin typeface="Calibri" panose="020F0502020204030204" pitchFamily="34" charset="0"/>
              </a:rPr>
              <a:t>Terminal Illness Accelerated Death Benefit </a:t>
            </a:r>
          </a:p>
          <a:p>
            <a:pPr lvl="1"/>
            <a:r>
              <a:rPr lang="en-US" sz="1600" dirty="0">
                <a:solidFill>
                  <a:srgbClr val="212121"/>
                </a:solidFill>
                <a:effectLst/>
                <a:latin typeface="Calibri" panose="020F0502020204030204" pitchFamily="34" charset="0"/>
              </a:rPr>
              <a:t>Maximum accelerated benefit payment equals $15,000. </a:t>
            </a:r>
          </a:p>
          <a:p>
            <a:pPr lvl="1"/>
            <a:endParaRPr lang="en-US" sz="1600" dirty="0">
              <a:effectLst/>
            </a:endParaRPr>
          </a:p>
          <a:p>
            <a:pPr>
              <a:buFont typeface="Arial" panose="020B0604020202020204" pitchFamily="34" charset="0"/>
              <a:buChar char="•"/>
            </a:pPr>
            <a:r>
              <a:rPr lang="en-US" sz="2000" b="1" dirty="0">
                <a:solidFill>
                  <a:srgbClr val="212121"/>
                </a:solidFill>
                <a:effectLst/>
                <a:latin typeface="Calibri" panose="020F0502020204030204" pitchFamily="34" charset="0"/>
              </a:rPr>
              <a:t>Accidental Death Benefit  </a:t>
            </a:r>
          </a:p>
          <a:p>
            <a:pPr lvl="1"/>
            <a:r>
              <a:rPr lang="en-US" sz="1600" dirty="0">
                <a:solidFill>
                  <a:srgbClr val="212121"/>
                </a:solidFill>
                <a:effectLst/>
                <a:latin typeface="Calibri" panose="020F0502020204030204" pitchFamily="34" charset="0"/>
              </a:rPr>
              <a:t>Doubles the policy face amount. </a:t>
            </a:r>
          </a:p>
          <a:p>
            <a:pPr lvl="1"/>
            <a:r>
              <a:rPr lang="en-US" sz="1600" dirty="0">
                <a:solidFill>
                  <a:srgbClr val="212121"/>
                </a:solidFill>
                <a:effectLst/>
                <a:latin typeface="Calibri" panose="020F0502020204030204" pitchFamily="34" charset="0"/>
              </a:rPr>
              <a:t>Maximum benefit payment equals $30K.</a:t>
            </a:r>
          </a:p>
          <a:p>
            <a:pPr lvl="1"/>
            <a:r>
              <a:rPr lang="en-US" sz="1600" dirty="0">
                <a:solidFill>
                  <a:srgbClr val="212121"/>
                </a:solidFill>
                <a:effectLst/>
                <a:latin typeface="Calibri" panose="020F0502020204030204" pitchFamily="34" charset="0"/>
              </a:rPr>
              <a:t> Available ages 0 – 84.</a:t>
            </a:r>
          </a:p>
          <a:p>
            <a:pPr lvl="1"/>
            <a:r>
              <a:rPr lang="en-US" sz="1600" dirty="0">
                <a:solidFill>
                  <a:srgbClr val="212121"/>
                </a:solidFill>
                <a:effectLst/>
                <a:latin typeface="Calibri" panose="020F0502020204030204" pitchFamily="34" charset="0"/>
              </a:rPr>
              <a:t>Additional premium of $5 per month regardless of face amount. </a:t>
            </a:r>
            <a:endParaRPr lang="en-US" sz="1600" dirty="0">
              <a:effectLst/>
            </a:endParaRPr>
          </a:p>
          <a:p>
            <a:endParaRPr lang="en-US" sz="2000" dirty="0"/>
          </a:p>
        </p:txBody>
      </p:sp>
      <p:pic>
        <p:nvPicPr>
          <p:cNvPr id="12" name="Picture 11" descr="A paper with text and numbers&#10;&#10;Description automatically generated with medium confidence">
            <a:extLst>
              <a:ext uri="{FF2B5EF4-FFF2-40B4-BE49-F238E27FC236}">
                <a16:creationId xmlns:a16="http://schemas.microsoft.com/office/drawing/2014/main" id="{0A1BE938-5FB7-FD44-95A0-D5BBB24904D0}"/>
              </a:ext>
            </a:extLst>
          </p:cNvPr>
          <p:cNvPicPr>
            <a:picLocks noChangeAspect="1"/>
          </p:cNvPicPr>
          <p:nvPr/>
        </p:nvPicPr>
        <p:blipFill>
          <a:blip r:embed="rId2"/>
          <a:stretch>
            <a:fillRect/>
          </a:stretch>
        </p:blipFill>
        <p:spPr>
          <a:xfrm>
            <a:off x="5137861" y="355333"/>
            <a:ext cx="6738322" cy="5988813"/>
          </a:xfrm>
          <a:prstGeom prst="rect">
            <a:avLst/>
          </a:prstGeom>
        </p:spPr>
      </p:pic>
      <p:sp>
        <p:nvSpPr>
          <p:cNvPr id="4" name="Title 6">
            <a:extLst>
              <a:ext uri="{FF2B5EF4-FFF2-40B4-BE49-F238E27FC236}">
                <a16:creationId xmlns:a16="http://schemas.microsoft.com/office/drawing/2014/main" id="{5FA2B841-19EF-C482-1D21-57EFA98BE25B}"/>
              </a:ext>
            </a:extLst>
          </p:cNvPr>
          <p:cNvSpPr>
            <a:spLocks noGrp="1"/>
          </p:cNvSpPr>
          <p:nvPr>
            <p:ph type="title"/>
          </p:nvPr>
        </p:nvSpPr>
        <p:spPr>
          <a:xfrm>
            <a:off x="394711" y="846555"/>
            <a:ext cx="4560584" cy="1128068"/>
          </a:xfrm>
        </p:spPr>
        <p:txBody>
          <a:bodyPr anchor="ctr">
            <a:normAutofit/>
          </a:bodyPr>
          <a:lstStyle/>
          <a:p>
            <a:r>
              <a:rPr lang="en-US" sz="4000" b="1" dirty="0"/>
              <a:t>Additional Coverage</a:t>
            </a:r>
          </a:p>
        </p:txBody>
      </p:sp>
    </p:spTree>
    <p:extLst>
      <p:ext uri="{BB962C8B-B14F-4D97-AF65-F5344CB8AC3E}">
        <p14:creationId xmlns:p14="http://schemas.microsoft.com/office/powerpoint/2010/main" val="1847323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descr="A paper with text and numbers&#10;&#10;Description automatically generated with medium confidence">
            <a:extLst>
              <a:ext uri="{FF2B5EF4-FFF2-40B4-BE49-F238E27FC236}">
                <a16:creationId xmlns:a16="http://schemas.microsoft.com/office/drawing/2014/main" id="{0A1BE938-5FB7-FD44-95A0-D5BBB24904D0}"/>
              </a:ext>
            </a:extLst>
          </p:cNvPr>
          <p:cNvPicPr>
            <a:picLocks noChangeAspect="1"/>
          </p:cNvPicPr>
          <p:nvPr/>
        </p:nvPicPr>
        <p:blipFill>
          <a:blip r:embed="rId2"/>
          <a:stretch>
            <a:fillRect/>
          </a:stretch>
        </p:blipFill>
        <p:spPr>
          <a:xfrm>
            <a:off x="5137861" y="355333"/>
            <a:ext cx="6738322" cy="5988813"/>
          </a:xfrm>
          <a:prstGeom prst="rect">
            <a:avLst/>
          </a:prstGeom>
        </p:spPr>
      </p:pic>
      <p:sp>
        <p:nvSpPr>
          <p:cNvPr id="2" name="Rounded Rectangle 1">
            <a:extLst>
              <a:ext uri="{FF2B5EF4-FFF2-40B4-BE49-F238E27FC236}">
                <a16:creationId xmlns:a16="http://schemas.microsoft.com/office/drawing/2014/main" id="{E7464815-AD18-A93C-AFFD-16428EB5BEB9}"/>
              </a:ext>
            </a:extLst>
          </p:cNvPr>
          <p:cNvSpPr/>
          <p:nvPr/>
        </p:nvSpPr>
        <p:spPr>
          <a:xfrm>
            <a:off x="409712" y="3877937"/>
            <a:ext cx="4373205" cy="1863527"/>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10">
            <a:extLst>
              <a:ext uri="{FF2B5EF4-FFF2-40B4-BE49-F238E27FC236}">
                <a16:creationId xmlns:a16="http://schemas.microsoft.com/office/drawing/2014/main" id="{D8B12A5D-B856-D2A6-6800-5FFD22F474A5}"/>
              </a:ext>
            </a:extLst>
          </p:cNvPr>
          <p:cNvSpPr>
            <a:spLocks noGrp="1"/>
          </p:cNvSpPr>
          <p:nvPr>
            <p:ph idx="1"/>
          </p:nvPr>
        </p:nvSpPr>
        <p:spPr>
          <a:xfrm>
            <a:off x="590719" y="2330505"/>
            <a:ext cx="4559425" cy="3979585"/>
          </a:xfrm>
        </p:spPr>
        <p:txBody>
          <a:bodyPr anchor="ctr">
            <a:normAutofit/>
          </a:bodyPr>
          <a:lstStyle/>
          <a:p>
            <a:pPr>
              <a:buFont typeface="Arial" panose="020B0604020202020204" pitchFamily="34" charset="0"/>
              <a:buChar char="•"/>
            </a:pPr>
            <a:r>
              <a:rPr lang="en-US" sz="2000" b="1" dirty="0">
                <a:solidFill>
                  <a:srgbClr val="212121"/>
                </a:solidFill>
                <a:effectLst/>
                <a:latin typeface="Calibri" panose="020F0502020204030204" pitchFamily="34" charset="0"/>
              </a:rPr>
              <a:t>Terminal Illness Accelerated Death Benefit </a:t>
            </a:r>
          </a:p>
          <a:p>
            <a:pPr lvl="1"/>
            <a:r>
              <a:rPr lang="en-US" sz="1600" dirty="0">
                <a:solidFill>
                  <a:srgbClr val="212121"/>
                </a:solidFill>
                <a:effectLst/>
                <a:latin typeface="Calibri" panose="020F0502020204030204" pitchFamily="34" charset="0"/>
              </a:rPr>
              <a:t>Maximum accelerated benefit payment equals $15,000. </a:t>
            </a:r>
          </a:p>
          <a:p>
            <a:pPr lvl="1"/>
            <a:endParaRPr lang="en-US" sz="1600" dirty="0">
              <a:effectLst/>
            </a:endParaRPr>
          </a:p>
          <a:p>
            <a:pPr>
              <a:buFont typeface="Arial" panose="020B0604020202020204" pitchFamily="34" charset="0"/>
              <a:buChar char="•"/>
            </a:pPr>
            <a:r>
              <a:rPr lang="en-US" sz="2000" b="1" dirty="0">
                <a:solidFill>
                  <a:srgbClr val="212121"/>
                </a:solidFill>
                <a:effectLst/>
                <a:latin typeface="Calibri" panose="020F0502020204030204" pitchFamily="34" charset="0"/>
              </a:rPr>
              <a:t>Accidental Death Benefit  </a:t>
            </a:r>
          </a:p>
          <a:p>
            <a:pPr lvl="1"/>
            <a:r>
              <a:rPr lang="en-US" sz="1600" dirty="0">
                <a:solidFill>
                  <a:srgbClr val="212121"/>
                </a:solidFill>
                <a:effectLst/>
                <a:latin typeface="Calibri" panose="020F0502020204030204" pitchFamily="34" charset="0"/>
              </a:rPr>
              <a:t>Doubles the policy face amount. </a:t>
            </a:r>
          </a:p>
          <a:p>
            <a:pPr lvl="1"/>
            <a:r>
              <a:rPr lang="en-US" sz="1600" dirty="0">
                <a:solidFill>
                  <a:srgbClr val="212121"/>
                </a:solidFill>
                <a:effectLst/>
                <a:latin typeface="Calibri" panose="020F0502020204030204" pitchFamily="34" charset="0"/>
              </a:rPr>
              <a:t>Maximum benefit payment equals $30K.</a:t>
            </a:r>
          </a:p>
          <a:p>
            <a:pPr lvl="1"/>
            <a:r>
              <a:rPr lang="en-US" sz="1600" dirty="0">
                <a:solidFill>
                  <a:srgbClr val="212121"/>
                </a:solidFill>
                <a:effectLst/>
                <a:latin typeface="Calibri" panose="020F0502020204030204" pitchFamily="34" charset="0"/>
              </a:rPr>
              <a:t> Available ages 0 – 84.</a:t>
            </a:r>
          </a:p>
          <a:p>
            <a:pPr lvl="1"/>
            <a:r>
              <a:rPr lang="en-US" sz="1600" dirty="0">
                <a:solidFill>
                  <a:srgbClr val="212121"/>
                </a:solidFill>
                <a:effectLst/>
                <a:latin typeface="Calibri" panose="020F0502020204030204" pitchFamily="34" charset="0"/>
              </a:rPr>
              <a:t>Additional premium of $5 per month regardless of face amount. </a:t>
            </a:r>
            <a:endParaRPr lang="en-US" sz="1600" dirty="0">
              <a:effectLst/>
            </a:endParaRPr>
          </a:p>
          <a:p>
            <a:endParaRPr lang="en-US" sz="2000" dirty="0"/>
          </a:p>
        </p:txBody>
      </p:sp>
      <p:sp>
        <p:nvSpPr>
          <p:cNvPr id="6" name="Title 6">
            <a:extLst>
              <a:ext uri="{FF2B5EF4-FFF2-40B4-BE49-F238E27FC236}">
                <a16:creationId xmlns:a16="http://schemas.microsoft.com/office/drawing/2014/main" id="{1BC8303F-83D7-36A0-C5FE-F5E94CF2C0A1}"/>
              </a:ext>
            </a:extLst>
          </p:cNvPr>
          <p:cNvSpPr txBox="1">
            <a:spLocks/>
          </p:cNvSpPr>
          <p:nvPr/>
        </p:nvSpPr>
        <p:spPr>
          <a:xfrm>
            <a:off x="394711" y="846555"/>
            <a:ext cx="4560584" cy="11280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a:t>Additional Coverage</a:t>
            </a:r>
            <a:endParaRPr lang="en-US" sz="4000" b="1" dirty="0"/>
          </a:p>
        </p:txBody>
      </p:sp>
    </p:spTree>
    <p:extLst>
      <p:ext uri="{BB962C8B-B14F-4D97-AF65-F5344CB8AC3E}">
        <p14:creationId xmlns:p14="http://schemas.microsoft.com/office/powerpoint/2010/main" val="3998137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F24810F-2A97-A8B4-BE72-93FCF2DE0C95}"/>
              </a:ext>
            </a:extLst>
          </p:cNvPr>
          <p:cNvSpPr>
            <a:spLocks noGrp="1"/>
          </p:cNvSpPr>
          <p:nvPr>
            <p:ph type="title"/>
          </p:nvPr>
        </p:nvSpPr>
        <p:spPr>
          <a:xfrm>
            <a:off x="394711" y="846555"/>
            <a:ext cx="4560584" cy="1128068"/>
          </a:xfrm>
        </p:spPr>
        <p:txBody>
          <a:bodyPr anchor="ctr">
            <a:normAutofit/>
          </a:bodyPr>
          <a:lstStyle/>
          <a:p>
            <a:r>
              <a:rPr lang="en-US" sz="4000" b="1" dirty="0"/>
              <a:t>Additional Coverage</a:t>
            </a:r>
          </a:p>
        </p:txBody>
      </p:sp>
      <p:sp>
        <p:nvSpPr>
          <p:cNvPr id="11" name="Content Placeholder 10">
            <a:extLst>
              <a:ext uri="{FF2B5EF4-FFF2-40B4-BE49-F238E27FC236}">
                <a16:creationId xmlns:a16="http://schemas.microsoft.com/office/drawing/2014/main" id="{D8B12A5D-B856-D2A6-6800-5FFD22F474A5}"/>
              </a:ext>
            </a:extLst>
          </p:cNvPr>
          <p:cNvSpPr>
            <a:spLocks noGrp="1"/>
          </p:cNvSpPr>
          <p:nvPr>
            <p:ph idx="1"/>
          </p:nvPr>
        </p:nvSpPr>
        <p:spPr>
          <a:xfrm>
            <a:off x="590719" y="2330505"/>
            <a:ext cx="4559425" cy="3979585"/>
          </a:xfrm>
        </p:spPr>
        <p:txBody>
          <a:bodyPr anchor="ctr">
            <a:normAutofit/>
          </a:bodyPr>
          <a:lstStyle/>
          <a:p>
            <a:pPr>
              <a:buFont typeface="Arial" panose="020B0604020202020204" pitchFamily="34" charset="0"/>
              <a:buChar char="•"/>
            </a:pPr>
            <a:r>
              <a:rPr lang="en-US" sz="2000" b="1" dirty="0">
                <a:solidFill>
                  <a:srgbClr val="212121"/>
                </a:solidFill>
                <a:effectLst/>
                <a:latin typeface="Calibri" panose="020F0502020204030204" pitchFamily="34" charset="0"/>
              </a:rPr>
              <a:t>Terminal Illness Accelerated Death Benefit </a:t>
            </a:r>
          </a:p>
          <a:p>
            <a:pPr lvl="1"/>
            <a:r>
              <a:rPr lang="en-US" sz="1600" dirty="0">
                <a:solidFill>
                  <a:srgbClr val="212121"/>
                </a:solidFill>
                <a:effectLst/>
                <a:latin typeface="Calibri" panose="020F0502020204030204" pitchFamily="34" charset="0"/>
              </a:rPr>
              <a:t>Maximum accelerated benefit payment equals $15,000. </a:t>
            </a:r>
          </a:p>
          <a:p>
            <a:pPr lvl="1"/>
            <a:endParaRPr lang="en-US" sz="1600" dirty="0">
              <a:effectLst/>
            </a:endParaRPr>
          </a:p>
          <a:p>
            <a:pPr>
              <a:buFont typeface="Arial" panose="020B0604020202020204" pitchFamily="34" charset="0"/>
              <a:buChar char="•"/>
            </a:pPr>
            <a:r>
              <a:rPr lang="en-US" sz="2000" b="1" dirty="0">
                <a:solidFill>
                  <a:srgbClr val="212121"/>
                </a:solidFill>
                <a:effectLst/>
                <a:latin typeface="Calibri" panose="020F0502020204030204" pitchFamily="34" charset="0"/>
              </a:rPr>
              <a:t>Accidental Death Benefit  </a:t>
            </a:r>
          </a:p>
          <a:p>
            <a:pPr lvl="1"/>
            <a:r>
              <a:rPr lang="en-US" sz="1600" dirty="0">
                <a:solidFill>
                  <a:srgbClr val="212121"/>
                </a:solidFill>
                <a:effectLst/>
                <a:latin typeface="Calibri" panose="020F0502020204030204" pitchFamily="34" charset="0"/>
              </a:rPr>
              <a:t>Doubles the policy face amount. </a:t>
            </a:r>
          </a:p>
          <a:p>
            <a:pPr lvl="1"/>
            <a:r>
              <a:rPr lang="en-US" sz="1600" dirty="0">
                <a:solidFill>
                  <a:srgbClr val="212121"/>
                </a:solidFill>
                <a:effectLst/>
                <a:latin typeface="Calibri" panose="020F0502020204030204" pitchFamily="34" charset="0"/>
              </a:rPr>
              <a:t>Maximum benefit payment equals $30K.</a:t>
            </a:r>
          </a:p>
          <a:p>
            <a:pPr lvl="1"/>
            <a:r>
              <a:rPr lang="en-US" sz="1600" dirty="0">
                <a:solidFill>
                  <a:srgbClr val="212121"/>
                </a:solidFill>
                <a:effectLst/>
                <a:latin typeface="Calibri" panose="020F0502020204030204" pitchFamily="34" charset="0"/>
              </a:rPr>
              <a:t> Available ages 0 – 84.</a:t>
            </a:r>
          </a:p>
          <a:p>
            <a:pPr lvl="1"/>
            <a:r>
              <a:rPr lang="en-US" sz="1600" dirty="0">
                <a:solidFill>
                  <a:srgbClr val="212121"/>
                </a:solidFill>
                <a:effectLst/>
                <a:latin typeface="Calibri" panose="020F0502020204030204" pitchFamily="34" charset="0"/>
              </a:rPr>
              <a:t>Additional premium of $5 per month regardless of face amount. </a:t>
            </a:r>
            <a:endParaRPr lang="en-US" sz="1600" dirty="0">
              <a:effectLst/>
            </a:endParaRPr>
          </a:p>
          <a:p>
            <a:endParaRPr lang="en-US" sz="2000" dirty="0"/>
          </a:p>
        </p:txBody>
      </p:sp>
      <p:sp>
        <p:nvSpPr>
          <p:cNvPr id="2" name="Rounded Rectangle 1">
            <a:extLst>
              <a:ext uri="{FF2B5EF4-FFF2-40B4-BE49-F238E27FC236}">
                <a16:creationId xmlns:a16="http://schemas.microsoft.com/office/drawing/2014/main" id="{2AC100D7-178C-52FC-78A5-CBC58FF60DF3}"/>
              </a:ext>
            </a:extLst>
          </p:cNvPr>
          <p:cNvSpPr/>
          <p:nvPr/>
        </p:nvSpPr>
        <p:spPr>
          <a:xfrm>
            <a:off x="4759287" y="40356"/>
            <a:ext cx="7393869" cy="671298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paper with text and numbers&#10;&#10;Description automatically generated with medium confidence">
            <a:extLst>
              <a:ext uri="{FF2B5EF4-FFF2-40B4-BE49-F238E27FC236}">
                <a16:creationId xmlns:a16="http://schemas.microsoft.com/office/drawing/2014/main" id="{0A1BE938-5FB7-FD44-95A0-D5BBB24904D0}"/>
              </a:ext>
            </a:extLst>
          </p:cNvPr>
          <p:cNvPicPr>
            <a:picLocks noChangeAspect="1"/>
          </p:cNvPicPr>
          <p:nvPr/>
        </p:nvPicPr>
        <p:blipFill>
          <a:blip r:embed="rId2"/>
          <a:stretch>
            <a:fillRect/>
          </a:stretch>
        </p:blipFill>
        <p:spPr>
          <a:xfrm>
            <a:off x="5137861" y="355333"/>
            <a:ext cx="6738322" cy="5988813"/>
          </a:xfrm>
          <a:prstGeom prst="rect">
            <a:avLst/>
          </a:prstGeom>
        </p:spPr>
      </p:pic>
    </p:spTree>
    <p:extLst>
      <p:ext uri="{BB962C8B-B14F-4D97-AF65-F5344CB8AC3E}">
        <p14:creationId xmlns:p14="http://schemas.microsoft.com/office/powerpoint/2010/main" val="2019317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2">
            <a:extLst>
              <a:ext uri="{FF2B5EF4-FFF2-40B4-BE49-F238E27FC236}">
                <a16:creationId xmlns:a16="http://schemas.microsoft.com/office/drawing/2014/main" id="{79424122-C788-7A52-7E93-CA1E9D574125}"/>
              </a:ext>
            </a:extLst>
          </p:cNvPr>
          <p:cNvGraphicFramePr>
            <a:graphicFrameLocks/>
          </p:cNvGraphicFramePr>
          <p:nvPr>
            <p:extLst>
              <p:ext uri="{D42A27DB-BD31-4B8C-83A1-F6EECF244321}">
                <p14:modId xmlns:p14="http://schemas.microsoft.com/office/powerpoint/2010/main" val="1945473702"/>
              </p:ext>
            </p:extLst>
          </p:nvPr>
        </p:nvGraphicFramePr>
        <p:xfrm>
          <a:off x="1049762" y="185194"/>
          <a:ext cx="10420344" cy="64876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61720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2">
            <a:extLst>
              <a:ext uri="{FF2B5EF4-FFF2-40B4-BE49-F238E27FC236}">
                <a16:creationId xmlns:a16="http://schemas.microsoft.com/office/drawing/2014/main" id="{79424122-C788-7A52-7E93-CA1E9D574125}"/>
              </a:ext>
            </a:extLst>
          </p:cNvPr>
          <p:cNvGraphicFramePr>
            <a:graphicFrameLocks/>
          </p:cNvGraphicFramePr>
          <p:nvPr>
            <p:extLst>
              <p:ext uri="{D42A27DB-BD31-4B8C-83A1-F6EECF244321}">
                <p14:modId xmlns:p14="http://schemas.microsoft.com/office/powerpoint/2010/main" val="3548030630"/>
              </p:ext>
            </p:extLst>
          </p:nvPr>
        </p:nvGraphicFramePr>
        <p:xfrm>
          <a:off x="1049762" y="185194"/>
          <a:ext cx="10420344" cy="64876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820565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2">
            <a:extLst>
              <a:ext uri="{FF2B5EF4-FFF2-40B4-BE49-F238E27FC236}">
                <a16:creationId xmlns:a16="http://schemas.microsoft.com/office/drawing/2014/main" id="{79424122-C788-7A52-7E93-CA1E9D574125}"/>
              </a:ext>
            </a:extLst>
          </p:cNvPr>
          <p:cNvGraphicFramePr>
            <a:graphicFrameLocks/>
          </p:cNvGraphicFramePr>
          <p:nvPr>
            <p:extLst>
              <p:ext uri="{D42A27DB-BD31-4B8C-83A1-F6EECF244321}">
                <p14:modId xmlns:p14="http://schemas.microsoft.com/office/powerpoint/2010/main" val="1344064060"/>
              </p:ext>
            </p:extLst>
          </p:nvPr>
        </p:nvGraphicFramePr>
        <p:xfrm>
          <a:off x="1049762" y="185194"/>
          <a:ext cx="10420344" cy="64876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65300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2">
            <a:extLst>
              <a:ext uri="{FF2B5EF4-FFF2-40B4-BE49-F238E27FC236}">
                <a16:creationId xmlns:a16="http://schemas.microsoft.com/office/drawing/2014/main" id="{79424122-C788-7A52-7E93-CA1E9D574125}"/>
              </a:ext>
            </a:extLst>
          </p:cNvPr>
          <p:cNvGraphicFramePr>
            <a:graphicFrameLocks/>
          </p:cNvGraphicFramePr>
          <p:nvPr>
            <p:extLst>
              <p:ext uri="{D42A27DB-BD31-4B8C-83A1-F6EECF244321}">
                <p14:modId xmlns:p14="http://schemas.microsoft.com/office/powerpoint/2010/main" val="1643546050"/>
              </p:ext>
            </p:extLst>
          </p:nvPr>
        </p:nvGraphicFramePr>
        <p:xfrm>
          <a:off x="1049762" y="185194"/>
          <a:ext cx="10420344" cy="64876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391828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2">
            <a:extLst>
              <a:ext uri="{FF2B5EF4-FFF2-40B4-BE49-F238E27FC236}">
                <a16:creationId xmlns:a16="http://schemas.microsoft.com/office/drawing/2014/main" id="{79424122-C788-7A52-7E93-CA1E9D574125}"/>
              </a:ext>
            </a:extLst>
          </p:cNvPr>
          <p:cNvGraphicFramePr>
            <a:graphicFrameLocks/>
          </p:cNvGraphicFramePr>
          <p:nvPr>
            <p:extLst>
              <p:ext uri="{D42A27DB-BD31-4B8C-83A1-F6EECF244321}">
                <p14:modId xmlns:p14="http://schemas.microsoft.com/office/powerpoint/2010/main" val="272833406"/>
              </p:ext>
            </p:extLst>
          </p:nvPr>
        </p:nvGraphicFramePr>
        <p:xfrm>
          <a:off x="1049762" y="185194"/>
          <a:ext cx="10420344" cy="64876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50716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Content Placeholder 9" descr="A table with text on it&#10;&#10;Description automatically generated">
            <a:extLst>
              <a:ext uri="{FF2B5EF4-FFF2-40B4-BE49-F238E27FC236}">
                <a16:creationId xmlns:a16="http://schemas.microsoft.com/office/drawing/2014/main" id="{4D95B6BE-A5F9-3B7C-F1C4-D81BEC0C59B8}"/>
              </a:ext>
            </a:extLst>
          </p:cNvPr>
          <p:cNvPicPr>
            <a:picLocks noGrp="1" noChangeAspect="1"/>
          </p:cNvPicPr>
          <p:nvPr>
            <p:ph idx="1"/>
          </p:nvPr>
        </p:nvPicPr>
        <p:blipFill>
          <a:blip r:embed="rId2"/>
          <a:stretch>
            <a:fillRect/>
          </a:stretch>
        </p:blipFill>
        <p:spPr>
          <a:xfrm>
            <a:off x="1738649" y="242025"/>
            <a:ext cx="8358388" cy="6456855"/>
          </a:xfrm>
          <a:prstGeom prst="rect">
            <a:avLst/>
          </a:prstGeom>
        </p:spPr>
      </p:pic>
    </p:spTree>
    <p:extLst>
      <p:ext uri="{BB962C8B-B14F-4D97-AF65-F5344CB8AC3E}">
        <p14:creationId xmlns:p14="http://schemas.microsoft.com/office/powerpoint/2010/main" val="2568233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table with text on it&#10;&#10;Description automatically generated">
            <a:extLst>
              <a:ext uri="{FF2B5EF4-FFF2-40B4-BE49-F238E27FC236}">
                <a16:creationId xmlns:a16="http://schemas.microsoft.com/office/drawing/2014/main" id="{C1147002-AE91-EB90-D900-CA04628DD199}"/>
              </a:ext>
            </a:extLst>
          </p:cNvPr>
          <p:cNvPicPr>
            <a:picLocks noGrp="1" noChangeAspect="1"/>
          </p:cNvPicPr>
          <p:nvPr>
            <p:ph idx="1"/>
          </p:nvPr>
        </p:nvPicPr>
        <p:blipFill>
          <a:blip r:embed="rId2"/>
          <a:stretch>
            <a:fillRect/>
          </a:stretch>
        </p:blipFill>
        <p:spPr>
          <a:xfrm>
            <a:off x="1442129" y="309093"/>
            <a:ext cx="9276812" cy="5937161"/>
          </a:xfrm>
          <a:prstGeom prst="rect">
            <a:avLst/>
          </a:prstGeom>
        </p:spPr>
      </p:pic>
    </p:spTree>
    <p:extLst>
      <p:ext uri="{BB962C8B-B14F-4D97-AF65-F5344CB8AC3E}">
        <p14:creationId xmlns:p14="http://schemas.microsoft.com/office/powerpoint/2010/main" val="30712958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9B117-ED30-448F-BF71-B4AD7A3A9D62}"/>
              </a:ext>
            </a:extLst>
          </p:cNvPr>
          <p:cNvSpPr>
            <a:spLocks noGrp="1"/>
          </p:cNvSpPr>
          <p:nvPr>
            <p:ph type="title"/>
          </p:nvPr>
        </p:nvSpPr>
        <p:spPr/>
        <p:txBody>
          <a:bodyPr/>
          <a:lstStyle/>
          <a:p>
            <a:r>
              <a:rPr lang="en-US" dirty="0"/>
              <a:t>Health Questions:</a:t>
            </a:r>
          </a:p>
        </p:txBody>
      </p:sp>
      <p:graphicFrame>
        <p:nvGraphicFramePr>
          <p:cNvPr id="5" name="Content Placeholder 2">
            <a:extLst>
              <a:ext uri="{FF2B5EF4-FFF2-40B4-BE49-F238E27FC236}">
                <a16:creationId xmlns:a16="http://schemas.microsoft.com/office/drawing/2014/main" id="{BE37C908-6340-51D1-4C53-D593204EB2A3}"/>
              </a:ext>
            </a:extLst>
          </p:cNvPr>
          <p:cNvGraphicFramePr>
            <a:graphicFrameLocks noGrp="1"/>
          </p:cNvGraphicFramePr>
          <p:nvPr>
            <p:ph idx="1"/>
            <p:extLst>
              <p:ext uri="{D42A27DB-BD31-4B8C-83A1-F6EECF244321}">
                <p14:modId xmlns:p14="http://schemas.microsoft.com/office/powerpoint/2010/main" val="114909691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645791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9B117-ED30-448F-BF71-B4AD7A3A9D62}"/>
              </a:ext>
            </a:extLst>
          </p:cNvPr>
          <p:cNvSpPr>
            <a:spLocks noGrp="1"/>
          </p:cNvSpPr>
          <p:nvPr>
            <p:ph type="title"/>
          </p:nvPr>
        </p:nvSpPr>
        <p:spPr/>
        <p:txBody>
          <a:bodyPr/>
          <a:lstStyle/>
          <a:p>
            <a:r>
              <a:rPr lang="en-US" dirty="0"/>
              <a:t>Health Questions:</a:t>
            </a:r>
          </a:p>
        </p:txBody>
      </p:sp>
      <p:graphicFrame>
        <p:nvGraphicFramePr>
          <p:cNvPr id="5" name="Content Placeholder 2">
            <a:extLst>
              <a:ext uri="{FF2B5EF4-FFF2-40B4-BE49-F238E27FC236}">
                <a16:creationId xmlns:a16="http://schemas.microsoft.com/office/drawing/2014/main" id="{BE37C908-6340-51D1-4C53-D593204EB2A3}"/>
              </a:ext>
            </a:extLst>
          </p:cNvPr>
          <p:cNvGraphicFramePr>
            <a:graphicFrameLocks noGrp="1"/>
          </p:cNvGraphicFramePr>
          <p:nvPr>
            <p:ph idx="1"/>
            <p:extLst>
              <p:ext uri="{D42A27DB-BD31-4B8C-83A1-F6EECF244321}">
                <p14:modId xmlns:p14="http://schemas.microsoft.com/office/powerpoint/2010/main" val="151133534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64228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9B117-ED30-448F-BF71-B4AD7A3A9D62}"/>
              </a:ext>
            </a:extLst>
          </p:cNvPr>
          <p:cNvSpPr>
            <a:spLocks noGrp="1"/>
          </p:cNvSpPr>
          <p:nvPr>
            <p:ph type="title"/>
          </p:nvPr>
        </p:nvSpPr>
        <p:spPr/>
        <p:txBody>
          <a:bodyPr/>
          <a:lstStyle/>
          <a:p>
            <a:r>
              <a:rPr lang="en-US" dirty="0"/>
              <a:t>Health Questions:</a:t>
            </a:r>
          </a:p>
        </p:txBody>
      </p:sp>
      <p:graphicFrame>
        <p:nvGraphicFramePr>
          <p:cNvPr id="5" name="Content Placeholder 2">
            <a:extLst>
              <a:ext uri="{FF2B5EF4-FFF2-40B4-BE49-F238E27FC236}">
                <a16:creationId xmlns:a16="http://schemas.microsoft.com/office/drawing/2014/main" id="{BE37C908-6340-51D1-4C53-D593204EB2A3}"/>
              </a:ext>
            </a:extLst>
          </p:cNvPr>
          <p:cNvGraphicFramePr>
            <a:graphicFrameLocks noGrp="1"/>
          </p:cNvGraphicFramePr>
          <p:nvPr>
            <p:ph idx="1"/>
            <p:extLst>
              <p:ext uri="{D42A27DB-BD31-4B8C-83A1-F6EECF244321}">
                <p14:modId xmlns:p14="http://schemas.microsoft.com/office/powerpoint/2010/main" val="107430633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267836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9B117-ED30-448F-BF71-B4AD7A3A9D62}"/>
              </a:ext>
            </a:extLst>
          </p:cNvPr>
          <p:cNvSpPr>
            <a:spLocks noGrp="1"/>
          </p:cNvSpPr>
          <p:nvPr>
            <p:ph type="title"/>
          </p:nvPr>
        </p:nvSpPr>
        <p:spPr/>
        <p:txBody>
          <a:bodyPr/>
          <a:lstStyle/>
          <a:p>
            <a:r>
              <a:rPr lang="en-US" dirty="0"/>
              <a:t>Health Questions:</a:t>
            </a:r>
          </a:p>
        </p:txBody>
      </p:sp>
      <p:graphicFrame>
        <p:nvGraphicFramePr>
          <p:cNvPr id="5" name="Content Placeholder 2">
            <a:extLst>
              <a:ext uri="{FF2B5EF4-FFF2-40B4-BE49-F238E27FC236}">
                <a16:creationId xmlns:a16="http://schemas.microsoft.com/office/drawing/2014/main" id="{BE37C908-6340-51D1-4C53-D593204EB2A3}"/>
              </a:ext>
            </a:extLst>
          </p:cNvPr>
          <p:cNvGraphicFramePr>
            <a:graphicFrameLocks noGrp="1"/>
          </p:cNvGraphicFramePr>
          <p:nvPr>
            <p:ph idx="1"/>
            <p:extLst>
              <p:ext uri="{D42A27DB-BD31-4B8C-83A1-F6EECF244321}">
                <p14:modId xmlns:p14="http://schemas.microsoft.com/office/powerpoint/2010/main" val="427109773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819023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58B386AD-AE31-6FA0-915D-A30775812DBA}"/>
              </a:ext>
            </a:extLst>
          </p:cNvPr>
          <p:cNvSpPr/>
          <p:nvPr/>
        </p:nvSpPr>
        <p:spPr>
          <a:xfrm>
            <a:off x="505965" y="258838"/>
            <a:ext cx="10986599" cy="198384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A796317-41C1-6312-1922-FC7CB3293511}"/>
              </a:ext>
            </a:extLst>
          </p:cNvPr>
          <p:cNvSpPr>
            <a:spLocks noGrp="1"/>
          </p:cNvSpPr>
          <p:nvPr>
            <p:ph idx="1"/>
          </p:nvPr>
        </p:nvSpPr>
        <p:spPr>
          <a:xfrm>
            <a:off x="838200" y="457200"/>
            <a:ext cx="10515600" cy="5903843"/>
          </a:xfrm>
        </p:spPr>
        <p:txBody>
          <a:bodyPr>
            <a:normAutofit/>
          </a:bodyPr>
          <a:lstStyle/>
          <a:p>
            <a:r>
              <a:rPr lang="en-US" sz="2400" dirty="0">
                <a:solidFill>
                  <a:srgbClr val="1E1C1C"/>
                </a:solidFill>
                <a:effectLst/>
                <a:latin typeface="ArialMT"/>
              </a:rPr>
              <a:t>A.) Are you currently hospitalized, confined to a bed or nursing facility, residing in an assisted living facility, receiving hospice care, or do you have any physical or mental impairment for which you need or receive assistance or supervision in performing normal activities of daily living, unable to care for yourself, or terminally ill? </a:t>
            </a:r>
          </a:p>
          <a:p>
            <a:pPr marL="0" indent="0">
              <a:buNone/>
            </a:pPr>
            <a:endParaRPr lang="en-US" sz="3600" dirty="0"/>
          </a:p>
          <a:p>
            <a:r>
              <a:rPr lang="en-US" sz="2400" dirty="0">
                <a:solidFill>
                  <a:srgbClr val="1E1C1C"/>
                </a:solidFill>
                <a:effectLst/>
                <a:latin typeface="ArialMT"/>
              </a:rPr>
              <a:t>B.) </a:t>
            </a:r>
            <a:r>
              <a:rPr lang="en-US" sz="2400" dirty="0">
                <a:effectLst/>
                <a:latin typeface="ArialMT"/>
              </a:rPr>
              <a:t>Tested positive for exposure to the HIV infection or been diagnosed as having ARC or AIDS caused by the HIV infection or other sickness or condition derived from such infection. </a:t>
            </a:r>
          </a:p>
          <a:p>
            <a:pPr marL="0" indent="0">
              <a:buNone/>
            </a:pPr>
            <a:endParaRPr lang="en-US" sz="3600" dirty="0"/>
          </a:p>
          <a:p>
            <a:r>
              <a:rPr lang="en-US" sz="2400" dirty="0">
                <a:solidFill>
                  <a:srgbClr val="1E1C1C"/>
                </a:solidFill>
                <a:effectLst/>
                <a:latin typeface="ArialMT"/>
              </a:rPr>
              <a:t>C.) Have you been diagnosed by a licensed member of the medical profession with more than one occurrence of any cancer, a recurrence of any cancer, metastasis of any cancer, or currently being treated for cancer (excluding basal cell or squamous cell skin cancer)? </a:t>
            </a:r>
            <a:endParaRPr lang="en-US" sz="3600" dirty="0"/>
          </a:p>
          <a:p>
            <a:endParaRPr lang="en-US" dirty="0"/>
          </a:p>
        </p:txBody>
      </p:sp>
    </p:spTree>
    <p:extLst>
      <p:ext uri="{BB962C8B-B14F-4D97-AF65-F5344CB8AC3E}">
        <p14:creationId xmlns:p14="http://schemas.microsoft.com/office/powerpoint/2010/main" val="29431929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58B386AD-AE31-6FA0-915D-A30775812DBA}"/>
              </a:ext>
            </a:extLst>
          </p:cNvPr>
          <p:cNvSpPr/>
          <p:nvPr/>
        </p:nvSpPr>
        <p:spPr>
          <a:xfrm>
            <a:off x="448163" y="2417197"/>
            <a:ext cx="10986599" cy="198384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A796317-41C1-6312-1922-FC7CB3293511}"/>
              </a:ext>
            </a:extLst>
          </p:cNvPr>
          <p:cNvSpPr>
            <a:spLocks noGrp="1"/>
          </p:cNvSpPr>
          <p:nvPr>
            <p:ph idx="1"/>
          </p:nvPr>
        </p:nvSpPr>
        <p:spPr>
          <a:xfrm>
            <a:off x="838200" y="457200"/>
            <a:ext cx="10515600" cy="5903843"/>
          </a:xfrm>
        </p:spPr>
        <p:txBody>
          <a:bodyPr>
            <a:normAutofit/>
          </a:bodyPr>
          <a:lstStyle/>
          <a:p>
            <a:r>
              <a:rPr lang="en-US" sz="2400" dirty="0">
                <a:solidFill>
                  <a:srgbClr val="1E1C1C"/>
                </a:solidFill>
                <a:effectLst/>
                <a:latin typeface="ArialMT"/>
              </a:rPr>
              <a:t>A.) Are you currently hospitalized, confined to a bed or nursing facility, residing in an assisted living facility, receiving hospice care, or do you have any physical or mental impairment for which you need or receive assistance or supervision in performing normal activities of daily living, unable to care for yourself, or terminally ill? </a:t>
            </a:r>
          </a:p>
          <a:p>
            <a:pPr marL="0" indent="0">
              <a:buNone/>
            </a:pPr>
            <a:endParaRPr lang="en-US" sz="3600" dirty="0"/>
          </a:p>
          <a:p>
            <a:r>
              <a:rPr lang="en-US" sz="2400" dirty="0">
                <a:solidFill>
                  <a:srgbClr val="1E1C1C"/>
                </a:solidFill>
                <a:effectLst/>
                <a:latin typeface="ArialMT"/>
              </a:rPr>
              <a:t>B.) </a:t>
            </a:r>
            <a:r>
              <a:rPr lang="en-US" sz="2400" dirty="0">
                <a:effectLst/>
                <a:latin typeface="ArialMT"/>
              </a:rPr>
              <a:t>Tested positive for exposure to the HIV infection or been diagnosed as having ARC or AIDS caused by the HIV infection or other sickness or condition derived from such infection. </a:t>
            </a:r>
          </a:p>
          <a:p>
            <a:pPr marL="0" indent="0">
              <a:buNone/>
            </a:pPr>
            <a:endParaRPr lang="en-US" sz="3600" dirty="0"/>
          </a:p>
          <a:p>
            <a:r>
              <a:rPr lang="en-US" sz="2400" dirty="0">
                <a:solidFill>
                  <a:srgbClr val="1E1C1C"/>
                </a:solidFill>
                <a:effectLst/>
                <a:latin typeface="ArialMT"/>
              </a:rPr>
              <a:t>C.) Have you been diagnosed by a licensed member of the medical profession with more than one occurrence of any cancer, a recurrence of any cancer, metastasis of any cancer, or currently being treated for cancer (excluding basal cell or squamous cell skin cancer)? </a:t>
            </a:r>
            <a:endParaRPr lang="en-US" sz="3600" dirty="0"/>
          </a:p>
          <a:p>
            <a:endParaRPr lang="en-US" dirty="0"/>
          </a:p>
        </p:txBody>
      </p:sp>
    </p:spTree>
    <p:extLst>
      <p:ext uri="{BB962C8B-B14F-4D97-AF65-F5344CB8AC3E}">
        <p14:creationId xmlns:p14="http://schemas.microsoft.com/office/powerpoint/2010/main" val="3834676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58B386AD-AE31-6FA0-915D-A30775812DBA}"/>
              </a:ext>
            </a:extLst>
          </p:cNvPr>
          <p:cNvSpPr/>
          <p:nvPr/>
        </p:nvSpPr>
        <p:spPr>
          <a:xfrm>
            <a:off x="602700" y="4377195"/>
            <a:ext cx="10986599" cy="198384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A796317-41C1-6312-1922-FC7CB3293511}"/>
              </a:ext>
            </a:extLst>
          </p:cNvPr>
          <p:cNvSpPr>
            <a:spLocks noGrp="1"/>
          </p:cNvSpPr>
          <p:nvPr>
            <p:ph idx="1"/>
          </p:nvPr>
        </p:nvSpPr>
        <p:spPr>
          <a:xfrm>
            <a:off x="838200" y="457200"/>
            <a:ext cx="10515600" cy="5903843"/>
          </a:xfrm>
        </p:spPr>
        <p:txBody>
          <a:bodyPr>
            <a:normAutofit/>
          </a:bodyPr>
          <a:lstStyle/>
          <a:p>
            <a:r>
              <a:rPr lang="en-US" sz="2400" dirty="0">
                <a:solidFill>
                  <a:srgbClr val="1E1C1C"/>
                </a:solidFill>
                <a:effectLst/>
                <a:latin typeface="ArialMT"/>
              </a:rPr>
              <a:t>A.) Are you currently hospitalized, confined to a bed or nursing facility, residing in an assisted living facility, receiving hospice care, or do you have any physical or mental impairment for which you need or receive assistance or supervision in performing normal activities of daily living, unable to care for yourself, or terminally ill? </a:t>
            </a:r>
          </a:p>
          <a:p>
            <a:pPr marL="0" indent="0">
              <a:buNone/>
            </a:pPr>
            <a:endParaRPr lang="en-US" sz="3600" dirty="0"/>
          </a:p>
          <a:p>
            <a:r>
              <a:rPr lang="en-US" sz="2400" dirty="0">
                <a:solidFill>
                  <a:srgbClr val="1E1C1C"/>
                </a:solidFill>
                <a:effectLst/>
                <a:latin typeface="ArialMT"/>
              </a:rPr>
              <a:t>B.) </a:t>
            </a:r>
            <a:r>
              <a:rPr lang="en-US" sz="2400" dirty="0">
                <a:effectLst/>
                <a:latin typeface="ArialMT"/>
              </a:rPr>
              <a:t>Tested positive for exposure to the HIV infection or been diagnosed as having ARC or AIDS caused by the HIV infection or other sickness or condition derived from such infection. </a:t>
            </a:r>
          </a:p>
          <a:p>
            <a:pPr marL="0" indent="0">
              <a:buNone/>
            </a:pPr>
            <a:endParaRPr lang="en-US" sz="3600" dirty="0"/>
          </a:p>
          <a:p>
            <a:r>
              <a:rPr lang="en-US" sz="2400" dirty="0">
                <a:solidFill>
                  <a:srgbClr val="1E1C1C"/>
                </a:solidFill>
                <a:effectLst/>
                <a:latin typeface="ArialMT"/>
              </a:rPr>
              <a:t>C.) Have you been diagnosed by a licensed member of the medical profession with more than one occurrence of any cancer, a recurrence of any cancer, metastasis of any cancer, or currently being treated for cancer (excluding basal cell or squamous cell skin cancer)? </a:t>
            </a:r>
            <a:endParaRPr lang="en-US" sz="3600" dirty="0"/>
          </a:p>
          <a:p>
            <a:endParaRPr lang="en-US" dirty="0"/>
          </a:p>
        </p:txBody>
      </p:sp>
    </p:spTree>
    <p:extLst>
      <p:ext uri="{BB962C8B-B14F-4D97-AF65-F5344CB8AC3E}">
        <p14:creationId xmlns:p14="http://schemas.microsoft.com/office/powerpoint/2010/main" val="11426823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1887E4C9-5E49-ECCC-85F6-599D35A887F7}"/>
              </a:ext>
            </a:extLst>
          </p:cNvPr>
          <p:cNvSpPr/>
          <p:nvPr/>
        </p:nvSpPr>
        <p:spPr>
          <a:xfrm>
            <a:off x="505965" y="258838"/>
            <a:ext cx="10986599" cy="326400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A796317-41C1-6312-1922-FC7CB3293511}"/>
              </a:ext>
            </a:extLst>
          </p:cNvPr>
          <p:cNvSpPr>
            <a:spLocks noGrp="1"/>
          </p:cNvSpPr>
          <p:nvPr>
            <p:ph idx="1"/>
          </p:nvPr>
        </p:nvSpPr>
        <p:spPr>
          <a:xfrm>
            <a:off x="838200" y="457200"/>
            <a:ext cx="10515600" cy="5903843"/>
          </a:xfrm>
        </p:spPr>
        <p:txBody>
          <a:bodyPr>
            <a:normAutofit fontScale="85000" lnSpcReduction="10000"/>
          </a:bodyPr>
          <a:lstStyle/>
          <a:p>
            <a:r>
              <a:rPr lang="en-US" sz="3100" dirty="0">
                <a:solidFill>
                  <a:srgbClr val="1E1C1C"/>
                </a:solidFill>
                <a:effectLst/>
                <a:latin typeface="ArialMT"/>
              </a:rPr>
              <a:t>D.) In the past 10 years, have you been medically diagnosed, for which you have </a:t>
            </a:r>
            <a:r>
              <a:rPr lang="en-US" sz="3100" b="1" dirty="0">
                <a:solidFill>
                  <a:srgbClr val="1E1C1C"/>
                </a:solidFill>
                <a:effectLst/>
                <a:latin typeface="Arial" panose="020B0604020202020204" pitchFamily="34" charset="0"/>
              </a:rPr>
              <a:t>NOT </a:t>
            </a:r>
            <a:r>
              <a:rPr lang="en-US" sz="3100" dirty="0">
                <a:solidFill>
                  <a:srgbClr val="1E1C1C"/>
                </a:solidFill>
                <a:effectLst/>
                <a:latin typeface="ArialMT"/>
              </a:rPr>
              <a:t>been treated by a licensed member of the medical profession, or have </a:t>
            </a:r>
            <a:r>
              <a:rPr lang="en-US" sz="3100" b="1" dirty="0">
                <a:solidFill>
                  <a:srgbClr val="1E1C1C"/>
                </a:solidFill>
                <a:effectLst/>
                <a:latin typeface="Arial" panose="020B0604020202020204" pitchFamily="34" charset="0"/>
              </a:rPr>
              <a:t>NOT </a:t>
            </a:r>
            <a:r>
              <a:rPr lang="en-US" sz="3100" dirty="0">
                <a:solidFill>
                  <a:srgbClr val="1E1C1C"/>
                </a:solidFill>
                <a:effectLst/>
                <a:latin typeface="ArialMT"/>
              </a:rPr>
              <a:t>taken medication for the following: uncontrolled diabetes, uncontrolled high blood pressure, stroke/TIA, paralysis, Congestive Heart Failure, heart disease, cardiomyopathy, lung disease (including COPD (Chronic Obstructive Pulmonary Disease)/emphysema), liver cirrhosis or failure, kidney (renal) failure/insufficiency, or chronic/end-stage kidney disease (including dialysis)? </a:t>
            </a:r>
            <a:endParaRPr lang="en-US" sz="3100" dirty="0"/>
          </a:p>
          <a:p>
            <a:pPr marL="0" indent="0">
              <a:buNone/>
            </a:pPr>
            <a:endParaRPr lang="en-US" sz="3100" dirty="0"/>
          </a:p>
          <a:p>
            <a:r>
              <a:rPr lang="en-US" sz="3100" dirty="0">
                <a:solidFill>
                  <a:srgbClr val="1E1C1C"/>
                </a:solidFill>
                <a:effectLst/>
                <a:latin typeface="ArialMT"/>
              </a:rPr>
              <a:t>E.) Have you ever been medically diagnosed, treated by a licensed member of the medical profession, or taken medication for mental disorder, disorder of the brain or nervous system, Systemic Lupus (SLE), Alzheimer’s disease, dementia, brain disease, organic brain syndrome, Lou Gehrig’s disease (ALS), Huntington’s disease, Muscular Dystrophy, Cystic Fibrosis, Pulmonary Fibrosis, or Multiple Myeloma? </a:t>
            </a:r>
            <a:endParaRPr lang="en-US" sz="3100" dirty="0"/>
          </a:p>
          <a:p>
            <a:pPr marL="0" indent="0">
              <a:buNone/>
            </a:pPr>
            <a:endParaRPr lang="en-US" sz="3600" dirty="0"/>
          </a:p>
        </p:txBody>
      </p:sp>
    </p:spTree>
    <p:extLst>
      <p:ext uri="{BB962C8B-B14F-4D97-AF65-F5344CB8AC3E}">
        <p14:creationId xmlns:p14="http://schemas.microsoft.com/office/powerpoint/2010/main" val="28613672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7402EB10-0854-3524-B367-41294DD59FD0}"/>
              </a:ext>
            </a:extLst>
          </p:cNvPr>
          <p:cNvSpPr/>
          <p:nvPr/>
        </p:nvSpPr>
        <p:spPr>
          <a:xfrm>
            <a:off x="602700" y="3409121"/>
            <a:ext cx="10986599" cy="326400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A796317-41C1-6312-1922-FC7CB3293511}"/>
              </a:ext>
            </a:extLst>
          </p:cNvPr>
          <p:cNvSpPr>
            <a:spLocks noGrp="1"/>
          </p:cNvSpPr>
          <p:nvPr>
            <p:ph idx="1"/>
          </p:nvPr>
        </p:nvSpPr>
        <p:spPr>
          <a:xfrm>
            <a:off x="838200" y="457200"/>
            <a:ext cx="10515600" cy="5903843"/>
          </a:xfrm>
        </p:spPr>
        <p:txBody>
          <a:bodyPr>
            <a:normAutofit fontScale="85000" lnSpcReduction="10000"/>
          </a:bodyPr>
          <a:lstStyle/>
          <a:p>
            <a:r>
              <a:rPr lang="en-US" sz="3100" dirty="0">
                <a:solidFill>
                  <a:srgbClr val="1E1C1C"/>
                </a:solidFill>
                <a:effectLst/>
                <a:latin typeface="ArialMT"/>
              </a:rPr>
              <a:t>D.) In the past 10 years, have you been medically diagnosed, for which you have </a:t>
            </a:r>
            <a:r>
              <a:rPr lang="en-US" sz="3100" b="1" dirty="0">
                <a:solidFill>
                  <a:srgbClr val="1E1C1C"/>
                </a:solidFill>
                <a:effectLst/>
                <a:latin typeface="Arial" panose="020B0604020202020204" pitchFamily="34" charset="0"/>
              </a:rPr>
              <a:t>NOT </a:t>
            </a:r>
            <a:r>
              <a:rPr lang="en-US" sz="3100" dirty="0">
                <a:solidFill>
                  <a:srgbClr val="1E1C1C"/>
                </a:solidFill>
                <a:effectLst/>
                <a:latin typeface="ArialMT"/>
              </a:rPr>
              <a:t>been treated by a licensed member of the medical profession, or have </a:t>
            </a:r>
            <a:r>
              <a:rPr lang="en-US" sz="3100" b="1" dirty="0">
                <a:solidFill>
                  <a:srgbClr val="1E1C1C"/>
                </a:solidFill>
                <a:effectLst/>
                <a:latin typeface="Arial" panose="020B0604020202020204" pitchFamily="34" charset="0"/>
              </a:rPr>
              <a:t>NOT </a:t>
            </a:r>
            <a:r>
              <a:rPr lang="en-US" sz="3100" dirty="0">
                <a:solidFill>
                  <a:srgbClr val="1E1C1C"/>
                </a:solidFill>
                <a:effectLst/>
                <a:latin typeface="ArialMT"/>
              </a:rPr>
              <a:t>taken medication for the following: uncontrolled diabetes, uncontrolled high blood pressure, stroke/TIA, paralysis, Congestive Heart Failure, heart disease, cardiomyopathy, lung disease (including COPD (Chronic Obstructive Pulmonary Disease)/emphysema), liver cirrhosis or failure, kidney (renal) failure/insufficiency, or chronic/end-stage kidney disease (including dialysis)? </a:t>
            </a:r>
            <a:endParaRPr lang="en-US" sz="3100" dirty="0"/>
          </a:p>
          <a:p>
            <a:pPr marL="0" indent="0">
              <a:buNone/>
            </a:pPr>
            <a:endParaRPr lang="en-US" sz="3100" dirty="0"/>
          </a:p>
          <a:p>
            <a:r>
              <a:rPr lang="en-US" sz="3100" dirty="0">
                <a:solidFill>
                  <a:srgbClr val="1E1C1C"/>
                </a:solidFill>
                <a:effectLst/>
                <a:latin typeface="ArialMT"/>
              </a:rPr>
              <a:t>E.) Have you ever been medically diagnosed, treated by a licensed member of the medical profession, or taken medication for mental disorder, disorder of the brain or nervous system, Systemic Lupus (SLE), Alzheimer’s disease, dementia, brain disease, organic brain syndrome, Lou Gehrig’s disease (ALS), Huntington’s disease, Muscular Dystrophy, Cystic Fibrosis, Pulmonary Fibrosis, or Multiple Myeloma? </a:t>
            </a:r>
            <a:endParaRPr lang="en-US" sz="3100" dirty="0"/>
          </a:p>
          <a:p>
            <a:pPr marL="0" indent="0">
              <a:buNone/>
            </a:pPr>
            <a:endParaRPr lang="en-US" sz="3600" dirty="0"/>
          </a:p>
        </p:txBody>
      </p:sp>
    </p:spTree>
    <p:extLst>
      <p:ext uri="{BB962C8B-B14F-4D97-AF65-F5344CB8AC3E}">
        <p14:creationId xmlns:p14="http://schemas.microsoft.com/office/powerpoint/2010/main" val="35804753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70B02D13-A131-717C-91A3-AD53B06BBEE1}"/>
              </a:ext>
            </a:extLst>
          </p:cNvPr>
          <p:cNvSpPr/>
          <p:nvPr/>
        </p:nvSpPr>
        <p:spPr>
          <a:xfrm>
            <a:off x="505965" y="258838"/>
            <a:ext cx="10986599" cy="1839469"/>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A796317-41C1-6312-1922-FC7CB3293511}"/>
              </a:ext>
            </a:extLst>
          </p:cNvPr>
          <p:cNvSpPr>
            <a:spLocks noGrp="1"/>
          </p:cNvSpPr>
          <p:nvPr>
            <p:ph idx="1"/>
          </p:nvPr>
        </p:nvSpPr>
        <p:spPr>
          <a:xfrm>
            <a:off x="838200" y="457200"/>
            <a:ext cx="10515600" cy="5903843"/>
          </a:xfrm>
        </p:spPr>
        <p:txBody>
          <a:bodyPr>
            <a:normAutofit lnSpcReduction="10000"/>
          </a:bodyPr>
          <a:lstStyle/>
          <a:p>
            <a:r>
              <a:rPr lang="en-US" dirty="0">
                <a:solidFill>
                  <a:srgbClr val="1E1C1C"/>
                </a:solidFill>
                <a:effectLst/>
                <a:latin typeface="ArialMT"/>
              </a:rPr>
              <a:t>F.) In the past 2 years, have you been hospitalized 2 or more times, or have you been advised or recommended to have any tests, treatment, surgery, or hospitalization which has </a:t>
            </a:r>
            <a:r>
              <a:rPr lang="en-US" b="1" dirty="0">
                <a:solidFill>
                  <a:srgbClr val="1E1C1C"/>
                </a:solidFill>
                <a:effectLst/>
                <a:latin typeface="Arial" panose="020B0604020202020204" pitchFamily="34" charset="0"/>
              </a:rPr>
              <a:t>NOT </a:t>
            </a:r>
            <a:r>
              <a:rPr lang="en-US" dirty="0">
                <a:solidFill>
                  <a:srgbClr val="1E1C1C"/>
                </a:solidFill>
                <a:effectLst/>
                <a:latin typeface="ArialMT"/>
              </a:rPr>
              <a:t>been received or completed? </a:t>
            </a:r>
            <a:endParaRPr lang="en-US" dirty="0"/>
          </a:p>
          <a:p>
            <a:pPr marL="0" indent="0">
              <a:buNone/>
            </a:pPr>
            <a:endParaRPr lang="en-US" dirty="0"/>
          </a:p>
          <a:p>
            <a:r>
              <a:rPr lang="en-US" dirty="0">
                <a:solidFill>
                  <a:srgbClr val="1E1C1C"/>
                </a:solidFill>
                <a:effectLst/>
                <a:latin typeface="ArialMT"/>
              </a:rPr>
              <a:t>G.) Within the last 2 years, have you been treated for or been advised by a licensed medical professional to have treatment for alcohol, drug, opioid, or controlled substance abuse, plead guilty or been convicted of a felony or misdemeanor for any reason, or attempted suicide? </a:t>
            </a:r>
          </a:p>
          <a:p>
            <a:pPr marL="0" indent="0">
              <a:buNone/>
            </a:pPr>
            <a:endParaRPr lang="en-US" dirty="0"/>
          </a:p>
          <a:p>
            <a:r>
              <a:rPr lang="en-US" dirty="0">
                <a:solidFill>
                  <a:srgbClr val="1E1C1C"/>
                </a:solidFill>
                <a:effectLst/>
                <a:latin typeface="ArialMT"/>
              </a:rPr>
              <a:t>H.) Within the last 5 years have you been advised to by a licensed member of the medical profession to have an organ transplant? </a:t>
            </a:r>
            <a:endParaRPr lang="en-US" dirty="0"/>
          </a:p>
          <a:p>
            <a:pPr marL="0" indent="0">
              <a:buNone/>
            </a:pPr>
            <a:endParaRPr lang="en-US" sz="3600" dirty="0"/>
          </a:p>
        </p:txBody>
      </p:sp>
    </p:spTree>
    <p:extLst>
      <p:ext uri="{BB962C8B-B14F-4D97-AF65-F5344CB8AC3E}">
        <p14:creationId xmlns:p14="http://schemas.microsoft.com/office/powerpoint/2010/main" val="7896718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11923A63-9062-A555-5ABB-986C0BFD146B}"/>
              </a:ext>
            </a:extLst>
          </p:cNvPr>
          <p:cNvSpPr/>
          <p:nvPr/>
        </p:nvSpPr>
        <p:spPr>
          <a:xfrm>
            <a:off x="602700" y="2280143"/>
            <a:ext cx="10986599" cy="2070476"/>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A796317-41C1-6312-1922-FC7CB3293511}"/>
              </a:ext>
            </a:extLst>
          </p:cNvPr>
          <p:cNvSpPr>
            <a:spLocks noGrp="1"/>
          </p:cNvSpPr>
          <p:nvPr>
            <p:ph idx="1"/>
          </p:nvPr>
        </p:nvSpPr>
        <p:spPr>
          <a:xfrm>
            <a:off x="838200" y="457200"/>
            <a:ext cx="10515600" cy="5903843"/>
          </a:xfrm>
        </p:spPr>
        <p:txBody>
          <a:bodyPr>
            <a:normAutofit lnSpcReduction="10000"/>
          </a:bodyPr>
          <a:lstStyle/>
          <a:p>
            <a:r>
              <a:rPr lang="en-US" dirty="0">
                <a:solidFill>
                  <a:srgbClr val="1E1C1C"/>
                </a:solidFill>
                <a:effectLst/>
                <a:latin typeface="ArialMT"/>
              </a:rPr>
              <a:t>F.) In the past 2 years, have you been hospitalized 2 or more times, or have you been advised or recommended to have any tests, treatment, surgery, or hospitalization which has </a:t>
            </a:r>
            <a:r>
              <a:rPr lang="en-US" b="1" dirty="0">
                <a:solidFill>
                  <a:srgbClr val="1E1C1C"/>
                </a:solidFill>
                <a:effectLst/>
                <a:latin typeface="Arial" panose="020B0604020202020204" pitchFamily="34" charset="0"/>
              </a:rPr>
              <a:t>NOT </a:t>
            </a:r>
            <a:r>
              <a:rPr lang="en-US" dirty="0">
                <a:solidFill>
                  <a:srgbClr val="1E1C1C"/>
                </a:solidFill>
                <a:effectLst/>
                <a:latin typeface="ArialMT"/>
              </a:rPr>
              <a:t>been received or completed? </a:t>
            </a:r>
            <a:endParaRPr lang="en-US" dirty="0"/>
          </a:p>
          <a:p>
            <a:pPr marL="0" indent="0">
              <a:buNone/>
            </a:pPr>
            <a:endParaRPr lang="en-US" dirty="0"/>
          </a:p>
          <a:p>
            <a:r>
              <a:rPr lang="en-US" dirty="0">
                <a:solidFill>
                  <a:srgbClr val="1E1C1C"/>
                </a:solidFill>
                <a:effectLst/>
                <a:latin typeface="ArialMT"/>
              </a:rPr>
              <a:t>G.) Within the last 2 years, have you been treated for or been advised by a licensed medical professional to have treatment for alcohol, drug, opioid, or controlled substance abuse, plead guilty or been convicted of a felony or misdemeanor for any reason, or attempted suicide? </a:t>
            </a:r>
          </a:p>
          <a:p>
            <a:pPr marL="0" indent="0">
              <a:buNone/>
            </a:pPr>
            <a:endParaRPr lang="en-US" dirty="0"/>
          </a:p>
          <a:p>
            <a:r>
              <a:rPr lang="en-US" dirty="0">
                <a:solidFill>
                  <a:srgbClr val="1E1C1C"/>
                </a:solidFill>
                <a:effectLst/>
                <a:latin typeface="ArialMT"/>
              </a:rPr>
              <a:t>H.) Within the last 5 years have you been advised to by a licensed member of the medical profession to have an organ transplant? </a:t>
            </a:r>
            <a:endParaRPr lang="en-US" dirty="0"/>
          </a:p>
          <a:p>
            <a:pPr marL="0" indent="0">
              <a:buNone/>
            </a:pPr>
            <a:endParaRPr lang="en-US" sz="3600" dirty="0"/>
          </a:p>
        </p:txBody>
      </p:sp>
    </p:spTree>
    <p:extLst>
      <p:ext uri="{BB962C8B-B14F-4D97-AF65-F5344CB8AC3E}">
        <p14:creationId xmlns:p14="http://schemas.microsoft.com/office/powerpoint/2010/main" val="39145036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2679E51A-5FD4-12EC-4F22-A68372458F4B}"/>
              </a:ext>
            </a:extLst>
          </p:cNvPr>
          <p:cNvSpPr/>
          <p:nvPr/>
        </p:nvSpPr>
        <p:spPr>
          <a:xfrm>
            <a:off x="602700" y="4416952"/>
            <a:ext cx="10986599" cy="1685465"/>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A796317-41C1-6312-1922-FC7CB3293511}"/>
              </a:ext>
            </a:extLst>
          </p:cNvPr>
          <p:cNvSpPr>
            <a:spLocks noGrp="1"/>
          </p:cNvSpPr>
          <p:nvPr>
            <p:ph idx="1"/>
          </p:nvPr>
        </p:nvSpPr>
        <p:spPr>
          <a:xfrm>
            <a:off x="838200" y="457200"/>
            <a:ext cx="10515600" cy="5903843"/>
          </a:xfrm>
        </p:spPr>
        <p:txBody>
          <a:bodyPr>
            <a:normAutofit lnSpcReduction="10000"/>
          </a:bodyPr>
          <a:lstStyle/>
          <a:p>
            <a:r>
              <a:rPr lang="en-US" dirty="0">
                <a:solidFill>
                  <a:srgbClr val="1E1C1C"/>
                </a:solidFill>
                <a:effectLst/>
                <a:latin typeface="ArialMT"/>
              </a:rPr>
              <a:t>F.) In the past 2 years, have you been hospitalized 2 or more times, or have you been advised or recommended to have any tests, treatment, surgery, or hospitalization which has </a:t>
            </a:r>
            <a:r>
              <a:rPr lang="en-US" b="1" dirty="0">
                <a:solidFill>
                  <a:srgbClr val="1E1C1C"/>
                </a:solidFill>
                <a:effectLst/>
                <a:latin typeface="Arial" panose="020B0604020202020204" pitchFamily="34" charset="0"/>
              </a:rPr>
              <a:t>NOT </a:t>
            </a:r>
            <a:r>
              <a:rPr lang="en-US" dirty="0">
                <a:solidFill>
                  <a:srgbClr val="1E1C1C"/>
                </a:solidFill>
                <a:effectLst/>
                <a:latin typeface="ArialMT"/>
              </a:rPr>
              <a:t>been received or completed? </a:t>
            </a:r>
            <a:endParaRPr lang="en-US" dirty="0"/>
          </a:p>
          <a:p>
            <a:pPr marL="0" indent="0">
              <a:buNone/>
            </a:pPr>
            <a:endParaRPr lang="en-US" dirty="0"/>
          </a:p>
          <a:p>
            <a:r>
              <a:rPr lang="en-US" dirty="0">
                <a:solidFill>
                  <a:srgbClr val="1E1C1C"/>
                </a:solidFill>
                <a:effectLst/>
                <a:latin typeface="ArialMT"/>
              </a:rPr>
              <a:t>G.) Within the last 2 years, have you been treated for or been advised by a licensed medical professional to have treatment for alcohol, drug, opioid, or controlled substance abuse, plead guilty or been convicted of a felony or misdemeanor for any reason, or attempted suicide? </a:t>
            </a:r>
          </a:p>
          <a:p>
            <a:pPr marL="0" indent="0">
              <a:buNone/>
            </a:pPr>
            <a:endParaRPr lang="en-US" dirty="0"/>
          </a:p>
          <a:p>
            <a:r>
              <a:rPr lang="en-US" dirty="0">
                <a:solidFill>
                  <a:srgbClr val="1E1C1C"/>
                </a:solidFill>
                <a:effectLst/>
                <a:latin typeface="ArialMT"/>
              </a:rPr>
              <a:t>H.) Within the last 5 years have you been advised to by a licensed member of the medical profession to have an organ transplant? </a:t>
            </a:r>
            <a:endParaRPr lang="en-US" dirty="0"/>
          </a:p>
          <a:p>
            <a:pPr marL="0" indent="0">
              <a:buNone/>
            </a:pPr>
            <a:endParaRPr lang="en-US" sz="3600" dirty="0"/>
          </a:p>
        </p:txBody>
      </p:sp>
    </p:spTree>
    <p:extLst>
      <p:ext uri="{BB962C8B-B14F-4D97-AF65-F5344CB8AC3E}">
        <p14:creationId xmlns:p14="http://schemas.microsoft.com/office/powerpoint/2010/main" val="14570484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2F35F-8562-D3EC-1B61-FA123D6268E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C59FB6F-BE33-D9A0-7917-9398E189F62F}"/>
              </a:ext>
            </a:extLst>
          </p:cNvPr>
          <p:cNvSpPr>
            <a:spLocks noGrp="1"/>
          </p:cNvSpPr>
          <p:nvPr>
            <p:ph idx="1"/>
          </p:nvPr>
        </p:nvSpPr>
        <p:spPr/>
        <p:txBody>
          <a:bodyPr/>
          <a:lstStyle/>
          <a:p>
            <a:endParaRPr lang="en-US"/>
          </a:p>
        </p:txBody>
      </p:sp>
      <p:pic>
        <p:nvPicPr>
          <p:cNvPr id="4" name="Picture 3" descr="A map of the united states&#10;&#10;Description automatically generated">
            <a:extLst>
              <a:ext uri="{FF2B5EF4-FFF2-40B4-BE49-F238E27FC236}">
                <a16:creationId xmlns:a16="http://schemas.microsoft.com/office/drawing/2014/main" id="{960FA3DA-5DD2-2F9C-A86B-352E9976845C}"/>
              </a:ext>
            </a:extLst>
          </p:cNvPr>
          <p:cNvPicPr>
            <a:picLocks noChangeAspect="1"/>
          </p:cNvPicPr>
          <p:nvPr/>
        </p:nvPicPr>
        <p:blipFill>
          <a:blip r:embed="rId2"/>
          <a:stretch>
            <a:fillRect/>
          </a:stretch>
        </p:blipFill>
        <p:spPr>
          <a:xfrm>
            <a:off x="0" y="-1"/>
            <a:ext cx="11712336" cy="6763871"/>
          </a:xfrm>
          <a:prstGeom prst="rect">
            <a:avLst/>
          </a:prstGeom>
        </p:spPr>
      </p:pic>
      <p:sp>
        <p:nvSpPr>
          <p:cNvPr id="6" name="TextBox 5">
            <a:extLst>
              <a:ext uri="{FF2B5EF4-FFF2-40B4-BE49-F238E27FC236}">
                <a16:creationId xmlns:a16="http://schemas.microsoft.com/office/drawing/2014/main" id="{FFA18EA6-BD55-320A-03D2-203EA79BC175}"/>
              </a:ext>
            </a:extLst>
          </p:cNvPr>
          <p:cNvSpPr txBox="1"/>
          <p:nvPr/>
        </p:nvSpPr>
        <p:spPr>
          <a:xfrm>
            <a:off x="9454964" y="96262"/>
            <a:ext cx="2594161" cy="584775"/>
          </a:xfrm>
          <a:prstGeom prst="rect">
            <a:avLst/>
          </a:prstGeom>
          <a:noFill/>
        </p:spPr>
        <p:txBody>
          <a:bodyPr wrap="square">
            <a:spAutoFit/>
          </a:bodyPr>
          <a:lstStyle/>
          <a:p>
            <a:pPr algn="ctr"/>
            <a:r>
              <a:rPr lang="en-US" sz="1600" dirty="0"/>
              <a:t>Check your agent portal for the current availability list </a:t>
            </a:r>
          </a:p>
        </p:txBody>
      </p:sp>
    </p:spTree>
    <p:extLst>
      <p:ext uri="{BB962C8B-B14F-4D97-AF65-F5344CB8AC3E}">
        <p14:creationId xmlns:p14="http://schemas.microsoft.com/office/powerpoint/2010/main" val="32300591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F8DB2-0ABA-5F8C-FBE5-DBDD87D9D329}"/>
              </a:ext>
            </a:extLst>
          </p:cNvPr>
          <p:cNvSpPr>
            <a:spLocks noGrp="1"/>
          </p:cNvSpPr>
          <p:nvPr>
            <p:ph type="title"/>
          </p:nvPr>
        </p:nvSpPr>
        <p:spPr>
          <a:xfrm>
            <a:off x="838200" y="18255"/>
            <a:ext cx="10515600" cy="1325563"/>
          </a:xfrm>
        </p:spPr>
        <p:txBody>
          <a:bodyPr/>
          <a:lstStyle/>
          <a:p>
            <a:r>
              <a:rPr lang="en-US" b="1" dirty="0"/>
              <a:t>Application tips </a:t>
            </a:r>
          </a:p>
        </p:txBody>
      </p:sp>
      <p:sp>
        <p:nvSpPr>
          <p:cNvPr id="4" name="Rectangle 3">
            <a:extLst>
              <a:ext uri="{FF2B5EF4-FFF2-40B4-BE49-F238E27FC236}">
                <a16:creationId xmlns:a16="http://schemas.microsoft.com/office/drawing/2014/main" id="{F8B6100E-E0D0-2095-E6D6-7516631447B0}"/>
              </a:ext>
            </a:extLst>
          </p:cNvPr>
          <p:cNvSpPr/>
          <p:nvPr/>
        </p:nvSpPr>
        <p:spPr>
          <a:xfrm>
            <a:off x="130629" y="1008879"/>
            <a:ext cx="11930742" cy="1175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911A2A17-B8EA-82DA-859E-F7B15ECCAF23}"/>
              </a:ext>
            </a:extLst>
          </p:cNvPr>
          <p:cNvSpPr/>
          <p:nvPr/>
        </p:nvSpPr>
        <p:spPr>
          <a:xfrm>
            <a:off x="528970" y="1350152"/>
            <a:ext cx="10986599" cy="116794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A4C13D5-83A0-41BE-0782-C2123455C2A8}"/>
              </a:ext>
            </a:extLst>
          </p:cNvPr>
          <p:cNvSpPr>
            <a:spLocks noGrp="1"/>
          </p:cNvSpPr>
          <p:nvPr>
            <p:ph idx="1"/>
          </p:nvPr>
        </p:nvSpPr>
        <p:spPr>
          <a:xfrm>
            <a:off x="528970" y="1590494"/>
            <a:ext cx="11423544" cy="4351338"/>
          </a:xfrm>
        </p:spPr>
        <p:txBody>
          <a:bodyPr>
            <a:normAutofit lnSpcReduction="10000"/>
          </a:bodyPr>
          <a:lstStyle/>
          <a:p>
            <a:r>
              <a:rPr lang="en-US" dirty="0"/>
              <a:t>Check you state appointments &amp; availability BEFORE taking an application </a:t>
            </a:r>
          </a:p>
          <a:p>
            <a:pPr lvl="1"/>
            <a:r>
              <a:rPr lang="en-US" dirty="0"/>
              <a:t>Licenses &amp; Appointments report on your agent portal dashboard</a:t>
            </a:r>
          </a:p>
          <a:p>
            <a:pPr marL="457200" lvl="1" indent="0">
              <a:buNone/>
            </a:pPr>
            <a:endParaRPr lang="en-US" dirty="0"/>
          </a:p>
          <a:p>
            <a:r>
              <a:rPr lang="en-US" dirty="0"/>
              <a:t>If the client does not have an email, use </a:t>
            </a:r>
            <a:r>
              <a:rPr lang="en-US" dirty="0">
                <a:hlinkClick r:id="rId2"/>
              </a:rPr>
              <a:t>none@none.com</a:t>
            </a:r>
            <a:endParaRPr lang="en-US" dirty="0"/>
          </a:p>
          <a:p>
            <a:pPr lvl="1"/>
            <a:r>
              <a:rPr lang="en-US" dirty="0"/>
              <a:t>Do NOT use your agent email or the policy will go to underwriting </a:t>
            </a:r>
          </a:p>
          <a:p>
            <a:pPr marL="457200" lvl="1" indent="0">
              <a:buNone/>
            </a:pPr>
            <a:endParaRPr lang="en-US" dirty="0"/>
          </a:p>
          <a:p>
            <a:r>
              <a:rPr lang="en-US" dirty="0"/>
              <a:t>Beneficiary name, date of birth, relationship and percentage are required </a:t>
            </a:r>
          </a:p>
          <a:p>
            <a:pPr lvl="1"/>
            <a:r>
              <a:rPr lang="en-US" dirty="0"/>
              <a:t>0’s for social security number and  </a:t>
            </a:r>
            <a:r>
              <a:rPr lang="en-US" dirty="0">
                <a:hlinkClick r:id="rId2"/>
              </a:rPr>
              <a:t>none@none.com</a:t>
            </a:r>
            <a:r>
              <a:rPr lang="en-US" dirty="0"/>
              <a:t> for email</a:t>
            </a:r>
          </a:p>
          <a:p>
            <a:pPr marL="457200" lvl="1" indent="0">
              <a:buNone/>
            </a:pPr>
            <a:endParaRPr lang="en-US" sz="2000" dirty="0"/>
          </a:p>
          <a:p>
            <a:r>
              <a:rPr lang="en-US" dirty="0" err="1"/>
              <a:t>TaxID</a:t>
            </a:r>
            <a:r>
              <a:rPr lang="en-US" dirty="0"/>
              <a:t> number may be used if the client does not have a social security number</a:t>
            </a:r>
          </a:p>
          <a:p>
            <a:pPr marL="457200" lvl="1" indent="0">
              <a:buNone/>
            </a:pPr>
            <a:endParaRPr lang="en-US" dirty="0"/>
          </a:p>
          <a:p>
            <a:pPr lvl="1"/>
            <a:endParaRPr lang="en-US" dirty="0"/>
          </a:p>
        </p:txBody>
      </p:sp>
    </p:spTree>
    <p:extLst>
      <p:ext uri="{BB962C8B-B14F-4D97-AF65-F5344CB8AC3E}">
        <p14:creationId xmlns:p14="http://schemas.microsoft.com/office/powerpoint/2010/main" val="3843668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F8DB2-0ABA-5F8C-FBE5-DBDD87D9D329}"/>
              </a:ext>
            </a:extLst>
          </p:cNvPr>
          <p:cNvSpPr>
            <a:spLocks noGrp="1"/>
          </p:cNvSpPr>
          <p:nvPr>
            <p:ph type="title"/>
          </p:nvPr>
        </p:nvSpPr>
        <p:spPr>
          <a:xfrm>
            <a:off x="838200" y="18255"/>
            <a:ext cx="10515600" cy="1325563"/>
          </a:xfrm>
        </p:spPr>
        <p:txBody>
          <a:bodyPr/>
          <a:lstStyle/>
          <a:p>
            <a:r>
              <a:rPr lang="en-US" b="1" dirty="0"/>
              <a:t>Application tips </a:t>
            </a:r>
          </a:p>
        </p:txBody>
      </p:sp>
      <p:sp>
        <p:nvSpPr>
          <p:cNvPr id="4" name="Rectangle 3">
            <a:extLst>
              <a:ext uri="{FF2B5EF4-FFF2-40B4-BE49-F238E27FC236}">
                <a16:creationId xmlns:a16="http://schemas.microsoft.com/office/drawing/2014/main" id="{F8B6100E-E0D0-2095-E6D6-7516631447B0}"/>
              </a:ext>
            </a:extLst>
          </p:cNvPr>
          <p:cNvSpPr/>
          <p:nvPr/>
        </p:nvSpPr>
        <p:spPr>
          <a:xfrm>
            <a:off x="130629" y="1008879"/>
            <a:ext cx="11930742" cy="1175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911A2A17-B8EA-82DA-859E-F7B15ECCAF23}"/>
              </a:ext>
            </a:extLst>
          </p:cNvPr>
          <p:cNvSpPr/>
          <p:nvPr/>
        </p:nvSpPr>
        <p:spPr>
          <a:xfrm>
            <a:off x="528970" y="2528153"/>
            <a:ext cx="10986599" cy="116794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A4C13D5-83A0-41BE-0782-C2123455C2A8}"/>
              </a:ext>
            </a:extLst>
          </p:cNvPr>
          <p:cNvSpPr>
            <a:spLocks noGrp="1"/>
          </p:cNvSpPr>
          <p:nvPr>
            <p:ph idx="1"/>
          </p:nvPr>
        </p:nvSpPr>
        <p:spPr>
          <a:xfrm>
            <a:off x="528970" y="1590494"/>
            <a:ext cx="11423544" cy="4351338"/>
          </a:xfrm>
        </p:spPr>
        <p:txBody>
          <a:bodyPr>
            <a:normAutofit lnSpcReduction="10000"/>
          </a:bodyPr>
          <a:lstStyle/>
          <a:p>
            <a:r>
              <a:rPr lang="en-US" dirty="0"/>
              <a:t>Check you state appointments &amp; availability BEFORE taking an application </a:t>
            </a:r>
          </a:p>
          <a:p>
            <a:pPr lvl="1"/>
            <a:r>
              <a:rPr lang="en-US" dirty="0"/>
              <a:t>Licenses &amp; Appointments report on your agent portal dashboard</a:t>
            </a:r>
          </a:p>
          <a:p>
            <a:pPr marL="457200" lvl="1" indent="0">
              <a:buNone/>
            </a:pPr>
            <a:endParaRPr lang="en-US" dirty="0"/>
          </a:p>
          <a:p>
            <a:r>
              <a:rPr lang="en-US" dirty="0"/>
              <a:t>If the client does not have an email, use </a:t>
            </a:r>
            <a:r>
              <a:rPr lang="en-US" dirty="0">
                <a:hlinkClick r:id="rId2"/>
              </a:rPr>
              <a:t>none@none.com</a:t>
            </a:r>
            <a:endParaRPr lang="en-US" dirty="0"/>
          </a:p>
          <a:p>
            <a:pPr lvl="1"/>
            <a:r>
              <a:rPr lang="en-US" dirty="0"/>
              <a:t>Do NOT use your agent email or the policy will go to underwriting </a:t>
            </a:r>
          </a:p>
          <a:p>
            <a:pPr marL="457200" lvl="1" indent="0">
              <a:buNone/>
            </a:pPr>
            <a:endParaRPr lang="en-US" dirty="0"/>
          </a:p>
          <a:p>
            <a:r>
              <a:rPr lang="en-US" dirty="0"/>
              <a:t>Beneficiary name, date of birth, relationship and percentage are required </a:t>
            </a:r>
          </a:p>
          <a:p>
            <a:pPr lvl="1"/>
            <a:r>
              <a:rPr lang="en-US" dirty="0"/>
              <a:t>0’s for social security number and  </a:t>
            </a:r>
            <a:r>
              <a:rPr lang="en-US" dirty="0">
                <a:hlinkClick r:id="rId2"/>
              </a:rPr>
              <a:t>none@none.com</a:t>
            </a:r>
            <a:r>
              <a:rPr lang="en-US" dirty="0"/>
              <a:t> for email</a:t>
            </a:r>
          </a:p>
          <a:p>
            <a:pPr marL="457200" lvl="1" indent="0">
              <a:buNone/>
            </a:pPr>
            <a:endParaRPr lang="en-US" sz="2000" dirty="0"/>
          </a:p>
          <a:p>
            <a:r>
              <a:rPr lang="en-US" dirty="0" err="1"/>
              <a:t>TaxID</a:t>
            </a:r>
            <a:r>
              <a:rPr lang="en-US" dirty="0"/>
              <a:t> number may be used if the client does not have a social security number</a:t>
            </a:r>
          </a:p>
          <a:p>
            <a:pPr marL="457200" lvl="1" indent="0">
              <a:buNone/>
            </a:pPr>
            <a:endParaRPr lang="en-US" dirty="0"/>
          </a:p>
          <a:p>
            <a:pPr lvl="1"/>
            <a:endParaRPr lang="en-US" dirty="0"/>
          </a:p>
        </p:txBody>
      </p:sp>
    </p:spTree>
    <p:extLst>
      <p:ext uri="{BB962C8B-B14F-4D97-AF65-F5344CB8AC3E}">
        <p14:creationId xmlns:p14="http://schemas.microsoft.com/office/powerpoint/2010/main" val="10955744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F8DB2-0ABA-5F8C-FBE5-DBDD87D9D329}"/>
              </a:ext>
            </a:extLst>
          </p:cNvPr>
          <p:cNvSpPr>
            <a:spLocks noGrp="1"/>
          </p:cNvSpPr>
          <p:nvPr>
            <p:ph type="title"/>
          </p:nvPr>
        </p:nvSpPr>
        <p:spPr>
          <a:xfrm>
            <a:off x="838200" y="18255"/>
            <a:ext cx="10515600" cy="1325563"/>
          </a:xfrm>
        </p:spPr>
        <p:txBody>
          <a:bodyPr/>
          <a:lstStyle/>
          <a:p>
            <a:r>
              <a:rPr lang="en-US" b="1" dirty="0"/>
              <a:t>Application tips </a:t>
            </a:r>
          </a:p>
        </p:txBody>
      </p:sp>
      <p:sp>
        <p:nvSpPr>
          <p:cNvPr id="4" name="Rectangle 3">
            <a:extLst>
              <a:ext uri="{FF2B5EF4-FFF2-40B4-BE49-F238E27FC236}">
                <a16:creationId xmlns:a16="http://schemas.microsoft.com/office/drawing/2014/main" id="{F8B6100E-E0D0-2095-E6D6-7516631447B0}"/>
              </a:ext>
            </a:extLst>
          </p:cNvPr>
          <p:cNvSpPr/>
          <p:nvPr/>
        </p:nvSpPr>
        <p:spPr>
          <a:xfrm>
            <a:off x="130629" y="1008879"/>
            <a:ext cx="11930742" cy="1175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911A2A17-B8EA-82DA-859E-F7B15ECCAF23}"/>
              </a:ext>
            </a:extLst>
          </p:cNvPr>
          <p:cNvSpPr/>
          <p:nvPr/>
        </p:nvSpPr>
        <p:spPr>
          <a:xfrm>
            <a:off x="528970" y="3766163"/>
            <a:ext cx="10986599" cy="116794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A4C13D5-83A0-41BE-0782-C2123455C2A8}"/>
              </a:ext>
            </a:extLst>
          </p:cNvPr>
          <p:cNvSpPr>
            <a:spLocks noGrp="1"/>
          </p:cNvSpPr>
          <p:nvPr>
            <p:ph idx="1"/>
          </p:nvPr>
        </p:nvSpPr>
        <p:spPr>
          <a:xfrm>
            <a:off x="528970" y="1590494"/>
            <a:ext cx="11423544" cy="4351338"/>
          </a:xfrm>
        </p:spPr>
        <p:txBody>
          <a:bodyPr>
            <a:normAutofit lnSpcReduction="10000"/>
          </a:bodyPr>
          <a:lstStyle/>
          <a:p>
            <a:r>
              <a:rPr lang="en-US" dirty="0"/>
              <a:t>Check you state appointments &amp; availability BEFORE taking an application </a:t>
            </a:r>
          </a:p>
          <a:p>
            <a:pPr lvl="1"/>
            <a:r>
              <a:rPr lang="en-US" dirty="0"/>
              <a:t>Licenses &amp; Appointments report on your agent portal dashboard</a:t>
            </a:r>
          </a:p>
          <a:p>
            <a:pPr marL="457200" lvl="1" indent="0">
              <a:buNone/>
            </a:pPr>
            <a:endParaRPr lang="en-US" dirty="0"/>
          </a:p>
          <a:p>
            <a:r>
              <a:rPr lang="en-US" dirty="0"/>
              <a:t>If the client does not have an email, use </a:t>
            </a:r>
            <a:r>
              <a:rPr lang="en-US" dirty="0">
                <a:hlinkClick r:id="rId2"/>
              </a:rPr>
              <a:t>none@none.com</a:t>
            </a:r>
            <a:endParaRPr lang="en-US" dirty="0"/>
          </a:p>
          <a:p>
            <a:pPr lvl="1"/>
            <a:r>
              <a:rPr lang="en-US" dirty="0"/>
              <a:t>Do NOT use your agent email or the policy will go to underwriting </a:t>
            </a:r>
          </a:p>
          <a:p>
            <a:pPr marL="457200" lvl="1" indent="0">
              <a:buNone/>
            </a:pPr>
            <a:endParaRPr lang="en-US" dirty="0"/>
          </a:p>
          <a:p>
            <a:r>
              <a:rPr lang="en-US" dirty="0"/>
              <a:t>Beneficiary name, date of birth, relationship and percentage are required </a:t>
            </a:r>
          </a:p>
          <a:p>
            <a:pPr lvl="1"/>
            <a:r>
              <a:rPr lang="en-US" dirty="0"/>
              <a:t>0’s for social security number and  </a:t>
            </a:r>
            <a:r>
              <a:rPr lang="en-US" dirty="0">
                <a:hlinkClick r:id="rId2"/>
              </a:rPr>
              <a:t>none@none.com</a:t>
            </a:r>
            <a:r>
              <a:rPr lang="en-US" dirty="0"/>
              <a:t> for email</a:t>
            </a:r>
          </a:p>
          <a:p>
            <a:pPr marL="457200" lvl="1" indent="0">
              <a:buNone/>
            </a:pPr>
            <a:endParaRPr lang="en-US" sz="2000" dirty="0"/>
          </a:p>
          <a:p>
            <a:r>
              <a:rPr lang="en-US" dirty="0" err="1"/>
              <a:t>TaxID</a:t>
            </a:r>
            <a:r>
              <a:rPr lang="en-US" dirty="0"/>
              <a:t> number may be used if the client does not have a social security number</a:t>
            </a:r>
          </a:p>
          <a:p>
            <a:pPr marL="457200" lvl="1" indent="0">
              <a:buNone/>
            </a:pPr>
            <a:endParaRPr lang="en-US" dirty="0"/>
          </a:p>
          <a:p>
            <a:pPr lvl="1"/>
            <a:endParaRPr lang="en-US" dirty="0"/>
          </a:p>
        </p:txBody>
      </p:sp>
    </p:spTree>
    <p:extLst>
      <p:ext uri="{BB962C8B-B14F-4D97-AF65-F5344CB8AC3E}">
        <p14:creationId xmlns:p14="http://schemas.microsoft.com/office/powerpoint/2010/main" val="4330065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F8DB2-0ABA-5F8C-FBE5-DBDD87D9D329}"/>
              </a:ext>
            </a:extLst>
          </p:cNvPr>
          <p:cNvSpPr>
            <a:spLocks noGrp="1"/>
          </p:cNvSpPr>
          <p:nvPr>
            <p:ph type="title"/>
          </p:nvPr>
        </p:nvSpPr>
        <p:spPr>
          <a:xfrm>
            <a:off x="838200" y="18255"/>
            <a:ext cx="10515600" cy="1325563"/>
          </a:xfrm>
        </p:spPr>
        <p:txBody>
          <a:bodyPr/>
          <a:lstStyle/>
          <a:p>
            <a:r>
              <a:rPr lang="en-US" b="1" dirty="0"/>
              <a:t>Application tips </a:t>
            </a:r>
          </a:p>
        </p:txBody>
      </p:sp>
      <p:sp>
        <p:nvSpPr>
          <p:cNvPr id="4" name="Rectangle 3">
            <a:extLst>
              <a:ext uri="{FF2B5EF4-FFF2-40B4-BE49-F238E27FC236}">
                <a16:creationId xmlns:a16="http://schemas.microsoft.com/office/drawing/2014/main" id="{F8B6100E-E0D0-2095-E6D6-7516631447B0}"/>
              </a:ext>
            </a:extLst>
          </p:cNvPr>
          <p:cNvSpPr/>
          <p:nvPr/>
        </p:nvSpPr>
        <p:spPr>
          <a:xfrm>
            <a:off x="130629" y="1008879"/>
            <a:ext cx="11930742" cy="1175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911A2A17-B8EA-82DA-859E-F7B15ECCAF23}"/>
              </a:ext>
            </a:extLst>
          </p:cNvPr>
          <p:cNvSpPr/>
          <p:nvPr/>
        </p:nvSpPr>
        <p:spPr>
          <a:xfrm>
            <a:off x="528970" y="4886342"/>
            <a:ext cx="10986599" cy="116794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A4C13D5-83A0-41BE-0782-C2123455C2A8}"/>
              </a:ext>
            </a:extLst>
          </p:cNvPr>
          <p:cNvSpPr>
            <a:spLocks noGrp="1"/>
          </p:cNvSpPr>
          <p:nvPr>
            <p:ph idx="1"/>
          </p:nvPr>
        </p:nvSpPr>
        <p:spPr>
          <a:xfrm>
            <a:off x="528970" y="1590494"/>
            <a:ext cx="11423544" cy="4351338"/>
          </a:xfrm>
        </p:spPr>
        <p:txBody>
          <a:bodyPr>
            <a:normAutofit lnSpcReduction="10000"/>
          </a:bodyPr>
          <a:lstStyle/>
          <a:p>
            <a:r>
              <a:rPr lang="en-US" dirty="0"/>
              <a:t>Check you state appointments &amp; availability BEFORE taking an application </a:t>
            </a:r>
          </a:p>
          <a:p>
            <a:pPr lvl="1"/>
            <a:r>
              <a:rPr lang="en-US" dirty="0"/>
              <a:t>Licenses &amp; Appointments report on your agent portal dashboard</a:t>
            </a:r>
          </a:p>
          <a:p>
            <a:pPr marL="457200" lvl="1" indent="0">
              <a:buNone/>
            </a:pPr>
            <a:endParaRPr lang="en-US" dirty="0"/>
          </a:p>
          <a:p>
            <a:r>
              <a:rPr lang="en-US" dirty="0"/>
              <a:t>If the client does not have an email, use </a:t>
            </a:r>
            <a:r>
              <a:rPr lang="en-US" dirty="0">
                <a:hlinkClick r:id="rId2"/>
              </a:rPr>
              <a:t>none@none.com</a:t>
            </a:r>
            <a:endParaRPr lang="en-US" dirty="0"/>
          </a:p>
          <a:p>
            <a:pPr lvl="1"/>
            <a:r>
              <a:rPr lang="en-US" dirty="0"/>
              <a:t>Do NOT use your agent email or the policy will go to underwriting </a:t>
            </a:r>
          </a:p>
          <a:p>
            <a:pPr marL="457200" lvl="1" indent="0">
              <a:buNone/>
            </a:pPr>
            <a:endParaRPr lang="en-US" dirty="0"/>
          </a:p>
          <a:p>
            <a:r>
              <a:rPr lang="en-US" dirty="0"/>
              <a:t>Beneficiary name, date of birth, relationship and percentage are required </a:t>
            </a:r>
          </a:p>
          <a:p>
            <a:pPr lvl="1"/>
            <a:r>
              <a:rPr lang="en-US" dirty="0"/>
              <a:t>0’s for social security number and  </a:t>
            </a:r>
            <a:r>
              <a:rPr lang="en-US" dirty="0">
                <a:hlinkClick r:id="rId2"/>
              </a:rPr>
              <a:t>none@none.com</a:t>
            </a:r>
            <a:r>
              <a:rPr lang="en-US" dirty="0"/>
              <a:t> for email</a:t>
            </a:r>
          </a:p>
          <a:p>
            <a:pPr marL="457200" lvl="1" indent="0">
              <a:buNone/>
            </a:pPr>
            <a:endParaRPr lang="en-US" sz="2000" dirty="0"/>
          </a:p>
          <a:p>
            <a:r>
              <a:rPr lang="en-US" dirty="0" err="1"/>
              <a:t>TaxID</a:t>
            </a:r>
            <a:r>
              <a:rPr lang="en-US" dirty="0"/>
              <a:t> number may be used if the client does not have a social security number</a:t>
            </a:r>
          </a:p>
          <a:p>
            <a:pPr marL="457200" lvl="1" indent="0">
              <a:buNone/>
            </a:pPr>
            <a:endParaRPr lang="en-US" dirty="0"/>
          </a:p>
          <a:p>
            <a:pPr lvl="1"/>
            <a:endParaRPr lang="en-US" dirty="0"/>
          </a:p>
        </p:txBody>
      </p:sp>
    </p:spTree>
    <p:extLst>
      <p:ext uri="{BB962C8B-B14F-4D97-AF65-F5344CB8AC3E}">
        <p14:creationId xmlns:p14="http://schemas.microsoft.com/office/powerpoint/2010/main" val="36736329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60EA8D8-65CB-F4DB-5A8C-15DF03417C94}"/>
              </a:ext>
            </a:extLst>
          </p:cNvPr>
          <p:cNvSpPr/>
          <p:nvPr/>
        </p:nvSpPr>
        <p:spPr>
          <a:xfrm>
            <a:off x="485503" y="1397812"/>
            <a:ext cx="10986599" cy="116794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A4C13D5-83A0-41BE-0782-C2123455C2A8}"/>
              </a:ext>
            </a:extLst>
          </p:cNvPr>
          <p:cNvSpPr>
            <a:spLocks noGrp="1"/>
          </p:cNvSpPr>
          <p:nvPr>
            <p:ph idx="1"/>
          </p:nvPr>
        </p:nvSpPr>
        <p:spPr>
          <a:xfrm>
            <a:off x="485503" y="1497783"/>
            <a:ext cx="10515600" cy="4351338"/>
          </a:xfrm>
        </p:spPr>
        <p:txBody>
          <a:bodyPr>
            <a:normAutofit lnSpcReduction="10000"/>
          </a:bodyPr>
          <a:lstStyle/>
          <a:p>
            <a:r>
              <a:rPr lang="en-US" dirty="0"/>
              <a:t>Replacement form is included in the e-app</a:t>
            </a:r>
          </a:p>
          <a:p>
            <a:pPr lvl="1"/>
            <a:r>
              <a:rPr lang="en-US" dirty="0"/>
              <a:t>MUST have the replaced carrier name, policy number maybe be the clients social or 0’s if unavailable</a:t>
            </a:r>
          </a:p>
          <a:p>
            <a:pPr lvl="1"/>
            <a:endParaRPr lang="en-US" dirty="0"/>
          </a:p>
          <a:p>
            <a:r>
              <a:rPr lang="en-US" dirty="0"/>
              <a:t>If any health question is marked yes, must go back to step 1 to recalculate premium as the GI product and scroll through all steps</a:t>
            </a:r>
          </a:p>
          <a:p>
            <a:pPr marL="0" indent="0">
              <a:buNone/>
            </a:pPr>
            <a:endParaRPr lang="en-US" dirty="0"/>
          </a:p>
          <a:p>
            <a:r>
              <a:rPr lang="en-US" dirty="0"/>
              <a:t>Step 7 – Remarks</a:t>
            </a:r>
          </a:p>
          <a:p>
            <a:pPr lvl="1"/>
            <a:r>
              <a:rPr lang="en-US" dirty="0"/>
              <a:t>Do NOT put information in this section. Should information be entered, the application will go to a manual underwriting process. If there is a concern about the policy, send via email to CICA at </a:t>
            </a:r>
            <a:r>
              <a:rPr lang="en-US" dirty="0">
                <a:hlinkClick r:id="rId2"/>
              </a:rPr>
              <a:t>cps@citizensinc.com</a:t>
            </a:r>
            <a:endParaRPr lang="en-US" dirty="0"/>
          </a:p>
          <a:p>
            <a:pPr marL="0" indent="0">
              <a:buNone/>
            </a:pPr>
            <a:endParaRPr lang="en-US" dirty="0"/>
          </a:p>
        </p:txBody>
      </p:sp>
      <p:sp>
        <p:nvSpPr>
          <p:cNvPr id="2" name="Title 1">
            <a:extLst>
              <a:ext uri="{FF2B5EF4-FFF2-40B4-BE49-F238E27FC236}">
                <a16:creationId xmlns:a16="http://schemas.microsoft.com/office/drawing/2014/main" id="{91BF8DB2-0ABA-5F8C-FBE5-DBDD87D9D329}"/>
              </a:ext>
            </a:extLst>
          </p:cNvPr>
          <p:cNvSpPr>
            <a:spLocks noGrp="1"/>
          </p:cNvSpPr>
          <p:nvPr>
            <p:ph type="title"/>
          </p:nvPr>
        </p:nvSpPr>
        <p:spPr>
          <a:xfrm>
            <a:off x="838200" y="18255"/>
            <a:ext cx="10515600" cy="1325563"/>
          </a:xfrm>
        </p:spPr>
        <p:txBody>
          <a:bodyPr/>
          <a:lstStyle/>
          <a:p>
            <a:r>
              <a:rPr lang="en-US" b="1" dirty="0"/>
              <a:t>Application tips </a:t>
            </a:r>
          </a:p>
        </p:txBody>
      </p:sp>
      <p:sp>
        <p:nvSpPr>
          <p:cNvPr id="4" name="Rectangle 3">
            <a:extLst>
              <a:ext uri="{FF2B5EF4-FFF2-40B4-BE49-F238E27FC236}">
                <a16:creationId xmlns:a16="http://schemas.microsoft.com/office/drawing/2014/main" id="{C4CB9D0B-6179-D107-7C3F-2E3C9AB28249}"/>
              </a:ext>
            </a:extLst>
          </p:cNvPr>
          <p:cNvSpPr/>
          <p:nvPr/>
        </p:nvSpPr>
        <p:spPr>
          <a:xfrm>
            <a:off x="130629" y="1008879"/>
            <a:ext cx="11930742" cy="1175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761398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60EA8D8-65CB-F4DB-5A8C-15DF03417C94}"/>
              </a:ext>
            </a:extLst>
          </p:cNvPr>
          <p:cNvSpPr/>
          <p:nvPr/>
        </p:nvSpPr>
        <p:spPr>
          <a:xfrm>
            <a:off x="485503" y="2774224"/>
            <a:ext cx="10986599" cy="116794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A4C13D5-83A0-41BE-0782-C2123455C2A8}"/>
              </a:ext>
            </a:extLst>
          </p:cNvPr>
          <p:cNvSpPr>
            <a:spLocks noGrp="1"/>
          </p:cNvSpPr>
          <p:nvPr>
            <p:ph idx="1"/>
          </p:nvPr>
        </p:nvSpPr>
        <p:spPr>
          <a:xfrm>
            <a:off x="485503" y="1497783"/>
            <a:ext cx="10515600" cy="4351338"/>
          </a:xfrm>
        </p:spPr>
        <p:txBody>
          <a:bodyPr>
            <a:normAutofit lnSpcReduction="10000"/>
          </a:bodyPr>
          <a:lstStyle/>
          <a:p>
            <a:r>
              <a:rPr lang="en-US" dirty="0"/>
              <a:t>Replacement form is included in the e-app</a:t>
            </a:r>
          </a:p>
          <a:p>
            <a:pPr lvl="1"/>
            <a:r>
              <a:rPr lang="en-US" dirty="0"/>
              <a:t>MUST have the replaced carrier name, policy number maybe be the clients social or 0’s if unavailable</a:t>
            </a:r>
          </a:p>
          <a:p>
            <a:pPr lvl="1"/>
            <a:endParaRPr lang="en-US" dirty="0"/>
          </a:p>
          <a:p>
            <a:r>
              <a:rPr lang="en-US" dirty="0"/>
              <a:t>If any health question is marked yes, must go back to step 1 to recalculate premium as the GI product and scroll through all steps</a:t>
            </a:r>
          </a:p>
          <a:p>
            <a:pPr marL="0" indent="0">
              <a:buNone/>
            </a:pPr>
            <a:endParaRPr lang="en-US" dirty="0"/>
          </a:p>
          <a:p>
            <a:r>
              <a:rPr lang="en-US" dirty="0"/>
              <a:t>Step 7 – Remarks</a:t>
            </a:r>
          </a:p>
          <a:p>
            <a:pPr lvl="1"/>
            <a:r>
              <a:rPr lang="en-US" dirty="0"/>
              <a:t>Do NOT put information in this section. Should information be entered, the application will go to a manual underwriting process. If there is a concern about the policy, send via email to CICA at </a:t>
            </a:r>
            <a:r>
              <a:rPr lang="en-US" dirty="0">
                <a:hlinkClick r:id="rId2"/>
              </a:rPr>
              <a:t>cps@citizensinc.com</a:t>
            </a:r>
            <a:endParaRPr lang="en-US" dirty="0"/>
          </a:p>
          <a:p>
            <a:pPr marL="0" indent="0">
              <a:buNone/>
            </a:pPr>
            <a:endParaRPr lang="en-US" dirty="0"/>
          </a:p>
        </p:txBody>
      </p:sp>
      <p:sp>
        <p:nvSpPr>
          <p:cNvPr id="2" name="Title 1">
            <a:extLst>
              <a:ext uri="{FF2B5EF4-FFF2-40B4-BE49-F238E27FC236}">
                <a16:creationId xmlns:a16="http://schemas.microsoft.com/office/drawing/2014/main" id="{91BF8DB2-0ABA-5F8C-FBE5-DBDD87D9D329}"/>
              </a:ext>
            </a:extLst>
          </p:cNvPr>
          <p:cNvSpPr>
            <a:spLocks noGrp="1"/>
          </p:cNvSpPr>
          <p:nvPr>
            <p:ph type="title"/>
          </p:nvPr>
        </p:nvSpPr>
        <p:spPr>
          <a:xfrm>
            <a:off x="838200" y="18255"/>
            <a:ext cx="10515600" cy="1325563"/>
          </a:xfrm>
        </p:spPr>
        <p:txBody>
          <a:bodyPr/>
          <a:lstStyle/>
          <a:p>
            <a:r>
              <a:rPr lang="en-US" b="1" dirty="0"/>
              <a:t>Application tips </a:t>
            </a:r>
          </a:p>
        </p:txBody>
      </p:sp>
      <p:sp>
        <p:nvSpPr>
          <p:cNvPr id="4" name="Rectangle 3">
            <a:extLst>
              <a:ext uri="{FF2B5EF4-FFF2-40B4-BE49-F238E27FC236}">
                <a16:creationId xmlns:a16="http://schemas.microsoft.com/office/drawing/2014/main" id="{C4CB9D0B-6179-D107-7C3F-2E3C9AB28249}"/>
              </a:ext>
            </a:extLst>
          </p:cNvPr>
          <p:cNvSpPr/>
          <p:nvPr/>
        </p:nvSpPr>
        <p:spPr>
          <a:xfrm>
            <a:off x="130629" y="1008879"/>
            <a:ext cx="11930742" cy="1175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91920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60EA8D8-65CB-F4DB-5A8C-15DF03417C94}"/>
              </a:ext>
            </a:extLst>
          </p:cNvPr>
          <p:cNvSpPr/>
          <p:nvPr/>
        </p:nvSpPr>
        <p:spPr>
          <a:xfrm>
            <a:off x="363190" y="4192269"/>
            <a:ext cx="10986599" cy="165685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A4C13D5-83A0-41BE-0782-C2123455C2A8}"/>
              </a:ext>
            </a:extLst>
          </p:cNvPr>
          <p:cNvSpPr>
            <a:spLocks noGrp="1"/>
          </p:cNvSpPr>
          <p:nvPr>
            <p:ph idx="1"/>
          </p:nvPr>
        </p:nvSpPr>
        <p:spPr>
          <a:xfrm>
            <a:off x="485503" y="1497783"/>
            <a:ext cx="10515600" cy="4351338"/>
          </a:xfrm>
        </p:spPr>
        <p:txBody>
          <a:bodyPr>
            <a:normAutofit lnSpcReduction="10000"/>
          </a:bodyPr>
          <a:lstStyle/>
          <a:p>
            <a:r>
              <a:rPr lang="en-US" dirty="0"/>
              <a:t>Replacement form is included in the e-app</a:t>
            </a:r>
          </a:p>
          <a:p>
            <a:pPr lvl="1"/>
            <a:r>
              <a:rPr lang="en-US" dirty="0"/>
              <a:t>MUST have the replaced carrier name, policy number maybe be the clients social or 0’s if unavailable</a:t>
            </a:r>
          </a:p>
          <a:p>
            <a:pPr lvl="1"/>
            <a:endParaRPr lang="en-US" dirty="0"/>
          </a:p>
          <a:p>
            <a:r>
              <a:rPr lang="en-US" dirty="0"/>
              <a:t>If any health question is marked yes, must go back to step 1 to recalculate premium as the GI product and scroll through all steps</a:t>
            </a:r>
          </a:p>
          <a:p>
            <a:pPr marL="0" indent="0">
              <a:buNone/>
            </a:pPr>
            <a:endParaRPr lang="en-US" dirty="0"/>
          </a:p>
          <a:p>
            <a:r>
              <a:rPr lang="en-US" dirty="0"/>
              <a:t>Step 7 – Remarks</a:t>
            </a:r>
          </a:p>
          <a:p>
            <a:pPr lvl="1"/>
            <a:r>
              <a:rPr lang="en-US" dirty="0"/>
              <a:t>Do NOT put information in this section. Should information be entered, the application will go to a manual underwriting process. If there is a concern about the policy, send via email to CICA at </a:t>
            </a:r>
            <a:r>
              <a:rPr lang="en-US" dirty="0">
                <a:hlinkClick r:id="rId2"/>
              </a:rPr>
              <a:t>cps@citizensinc.com</a:t>
            </a:r>
            <a:endParaRPr lang="en-US" dirty="0"/>
          </a:p>
          <a:p>
            <a:pPr marL="0" indent="0">
              <a:buNone/>
            </a:pPr>
            <a:endParaRPr lang="en-US" dirty="0"/>
          </a:p>
        </p:txBody>
      </p:sp>
      <p:sp>
        <p:nvSpPr>
          <p:cNvPr id="2" name="Title 1">
            <a:extLst>
              <a:ext uri="{FF2B5EF4-FFF2-40B4-BE49-F238E27FC236}">
                <a16:creationId xmlns:a16="http://schemas.microsoft.com/office/drawing/2014/main" id="{91BF8DB2-0ABA-5F8C-FBE5-DBDD87D9D329}"/>
              </a:ext>
            </a:extLst>
          </p:cNvPr>
          <p:cNvSpPr>
            <a:spLocks noGrp="1"/>
          </p:cNvSpPr>
          <p:nvPr>
            <p:ph type="title"/>
          </p:nvPr>
        </p:nvSpPr>
        <p:spPr>
          <a:xfrm>
            <a:off x="838200" y="18255"/>
            <a:ext cx="10515600" cy="1325563"/>
          </a:xfrm>
        </p:spPr>
        <p:txBody>
          <a:bodyPr/>
          <a:lstStyle/>
          <a:p>
            <a:r>
              <a:rPr lang="en-US" b="1" dirty="0"/>
              <a:t>Application tips </a:t>
            </a:r>
          </a:p>
        </p:txBody>
      </p:sp>
      <p:sp>
        <p:nvSpPr>
          <p:cNvPr id="4" name="Rectangle 3">
            <a:extLst>
              <a:ext uri="{FF2B5EF4-FFF2-40B4-BE49-F238E27FC236}">
                <a16:creationId xmlns:a16="http://schemas.microsoft.com/office/drawing/2014/main" id="{C4CB9D0B-6179-D107-7C3F-2E3C9AB28249}"/>
              </a:ext>
            </a:extLst>
          </p:cNvPr>
          <p:cNvSpPr/>
          <p:nvPr/>
        </p:nvSpPr>
        <p:spPr>
          <a:xfrm>
            <a:off x="130629" y="1008879"/>
            <a:ext cx="11930742" cy="1175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98057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C73894E-3B7E-FC56-E394-005A99EEC85B}"/>
              </a:ext>
            </a:extLst>
          </p:cNvPr>
          <p:cNvSpPr/>
          <p:nvPr/>
        </p:nvSpPr>
        <p:spPr>
          <a:xfrm>
            <a:off x="485503" y="1397812"/>
            <a:ext cx="10986599" cy="116794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A4C13D5-83A0-41BE-0782-C2123455C2A8}"/>
              </a:ext>
            </a:extLst>
          </p:cNvPr>
          <p:cNvSpPr>
            <a:spLocks noGrp="1"/>
          </p:cNvSpPr>
          <p:nvPr>
            <p:ph idx="1"/>
          </p:nvPr>
        </p:nvSpPr>
        <p:spPr>
          <a:xfrm>
            <a:off x="485502" y="1497783"/>
            <a:ext cx="10868297" cy="4351338"/>
          </a:xfrm>
        </p:spPr>
        <p:txBody>
          <a:bodyPr>
            <a:normAutofit/>
          </a:bodyPr>
          <a:lstStyle/>
          <a:p>
            <a:r>
              <a:rPr lang="en-US" dirty="0"/>
              <a:t>Premiums may be scheduled up to 28 days in advance</a:t>
            </a:r>
          </a:p>
          <a:p>
            <a:pPr lvl="1"/>
            <a:r>
              <a:rPr lang="en-US" dirty="0"/>
              <a:t>Hold dates for recurring payments may be the 1</a:t>
            </a:r>
            <a:r>
              <a:rPr lang="en-US" baseline="30000" dirty="0"/>
              <a:t>st</a:t>
            </a:r>
            <a:r>
              <a:rPr lang="en-US" dirty="0"/>
              <a:t> – 28</a:t>
            </a:r>
            <a:r>
              <a:rPr lang="en-US" baseline="30000" dirty="0"/>
              <a:t>th</a:t>
            </a:r>
            <a:r>
              <a:rPr lang="en-US" dirty="0"/>
              <a:t> of the month</a:t>
            </a:r>
          </a:p>
          <a:p>
            <a:pPr lvl="1"/>
            <a:endParaRPr lang="en-US" dirty="0"/>
          </a:p>
          <a:p>
            <a:r>
              <a:rPr lang="en-US" dirty="0"/>
              <a:t>Missed premiums can be collected from the agent portal at any time</a:t>
            </a:r>
          </a:p>
          <a:p>
            <a:pPr marL="0" indent="0">
              <a:buNone/>
            </a:pPr>
            <a:endParaRPr lang="en-US" dirty="0"/>
          </a:p>
          <a:p>
            <a:r>
              <a:rPr lang="en-US" dirty="0"/>
              <a:t>Third party premium payors are allowed</a:t>
            </a:r>
          </a:p>
          <a:p>
            <a:pPr lvl="1"/>
            <a:r>
              <a:rPr lang="en-US" dirty="0"/>
              <a:t>Payments may be made via ACH, credit card, debit card &amp; direct express</a:t>
            </a:r>
          </a:p>
          <a:p>
            <a:pPr lvl="1"/>
            <a:r>
              <a:rPr lang="en-US" dirty="0"/>
              <a:t>ONLY policies set to pay premiums on recurring ACH are advanced commissions</a:t>
            </a:r>
          </a:p>
          <a:p>
            <a:pPr marL="0" indent="0">
              <a:buNone/>
            </a:pPr>
            <a:endParaRPr lang="en-US" dirty="0"/>
          </a:p>
        </p:txBody>
      </p:sp>
      <p:sp>
        <p:nvSpPr>
          <p:cNvPr id="2" name="Title 1">
            <a:extLst>
              <a:ext uri="{FF2B5EF4-FFF2-40B4-BE49-F238E27FC236}">
                <a16:creationId xmlns:a16="http://schemas.microsoft.com/office/drawing/2014/main" id="{91BF8DB2-0ABA-5F8C-FBE5-DBDD87D9D329}"/>
              </a:ext>
            </a:extLst>
          </p:cNvPr>
          <p:cNvSpPr>
            <a:spLocks noGrp="1"/>
          </p:cNvSpPr>
          <p:nvPr>
            <p:ph type="title"/>
          </p:nvPr>
        </p:nvSpPr>
        <p:spPr>
          <a:xfrm>
            <a:off x="838200" y="18255"/>
            <a:ext cx="10515600" cy="1325563"/>
          </a:xfrm>
        </p:spPr>
        <p:txBody>
          <a:bodyPr/>
          <a:lstStyle/>
          <a:p>
            <a:r>
              <a:rPr lang="en-US" b="1" dirty="0"/>
              <a:t>Application tips </a:t>
            </a:r>
          </a:p>
        </p:txBody>
      </p:sp>
      <p:sp>
        <p:nvSpPr>
          <p:cNvPr id="4" name="Rectangle 3">
            <a:extLst>
              <a:ext uri="{FF2B5EF4-FFF2-40B4-BE49-F238E27FC236}">
                <a16:creationId xmlns:a16="http://schemas.microsoft.com/office/drawing/2014/main" id="{C4CB9D0B-6179-D107-7C3F-2E3C9AB28249}"/>
              </a:ext>
            </a:extLst>
          </p:cNvPr>
          <p:cNvSpPr/>
          <p:nvPr/>
        </p:nvSpPr>
        <p:spPr>
          <a:xfrm>
            <a:off x="130629" y="1008879"/>
            <a:ext cx="11930742" cy="1175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80469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C73894E-3B7E-FC56-E394-005A99EEC85B}"/>
              </a:ext>
            </a:extLst>
          </p:cNvPr>
          <p:cNvSpPr/>
          <p:nvPr/>
        </p:nvSpPr>
        <p:spPr>
          <a:xfrm>
            <a:off x="485502" y="2505504"/>
            <a:ext cx="10986599" cy="116794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A4C13D5-83A0-41BE-0782-C2123455C2A8}"/>
              </a:ext>
            </a:extLst>
          </p:cNvPr>
          <p:cNvSpPr>
            <a:spLocks noGrp="1"/>
          </p:cNvSpPr>
          <p:nvPr>
            <p:ph idx="1"/>
          </p:nvPr>
        </p:nvSpPr>
        <p:spPr>
          <a:xfrm>
            <a:off x="485502" y="1497783"/>
            <a:ext cx="10868297" cy="4351338"/>
          </a:xfrm>
        </p:spPr>
        <p:txBody>
          <a:bodyPr>
            <a:normAutofit/>
          </a:bodyPr>
          <a:lstStyle/>
          <a:p>
            <a:r>
              <a:rPr lang="en-US" dirty="0"/>
              <a:t>Premiums may be scheduled up to 28 days in advance</a:t>
            </a:r>
          </a:p>
          <a:p>
            <a:pPr lvl="1"/>
            <a:r>
              <a:rPr lang="en-US" dirty="0"/>
              <a:t>Hold dates for recurring payments may be the 1</a:t>
            </a:r>
            <a:r>
              <a:rPr lang="en-US" baseline="30000" dirty="0"/>
              <a:t>st</a:t>
            </a:r>
            <a:r>
              <a:rPr lang="en-US" dirty="0"/>
              <a:t> – 28</a:t>
            </a:r>
            <a:r>
              <a:rPr lang="en-US" baseline="30000" dirty="0"/>
              <a:t>th</a:t>
            </a:r>
            <a:r>
              <a:rPr lang="en-US" dirty="0"/>
              <a:t> of the month</a:t>
            </a:r>
          </a:p>
          <a:p>
            <a:pPr lvl="1"/>
            <a:endParaRPr lang="en-US" dirty="0"/>
          </a:p>
          <a:p>
            <a:r>
              <a:rPr lang="en-US" dirty="0"/>
              <a:t>Missed premiums can be collected from the agent portal at any time</a:t>
            </a:r>
          </a:p>
          <a:p>
            <a:pPr marL="0" indent="0">
              <a:buNone/>
            </a:pPr>
            <a:endParaRPr lang="en-US" dirty="0"/>
          </a:p>
          <a:p>
            <a:r>
              <a:rPr lang="en-US" dirty="0"/>
              <a:t>Third party premium payors are allowed</a:t>
            </a:r>
          </a:p>
          <a:p>
            <a:pPr lvl="1"/>
            <a:r>
              <a:rPr lang="en-US" dirty="0"/>
              <a:t>Payments may be made via ACH, credit card, debit card &amp; direct express</a:t>
            </a:r>
          </a:p>
          <a:p>
            <a:pPr lvl="1"/>
            <a:r>
              <a:rPr lang="en-US" dirty="0"/>
              <a:t>ONLY policies set to pay premiums on recurring ACH are advanced commissions</a:t>
            </a:r>
          </a:p>
          <a:p>
            <a:pPr marL="0" indent="0">
              <a:buNone/>
            </a:pPr>
            <a:endParaRPr lang="en-US" dirty="0"/>
          </a:p>
        </p:txBody>
      </p:sp>
      <p:sp>
        <p:nvSpPr>
          <p:cNvPr id="2" name="Title 1">
            <a:extLst>
              <a:ext uri="{FF2B5EF4-FFF2-40B4-BE49-F238E27FC236}">
                <a16:creationId xmlns:a16="http://schemas.microsoft.com/office/drawing/2014/main" id="{91BF8DB2-0ABA-5F8C-FBE5-DBDD87D9D329}"/>
              </a:ext>
            </a:extLst>
          </p:cNvPr>
          <p:cNvSpPr>
            <a:spLocks noGrp="1"/>
          </p:cNvSpPr>
          <p:nvPr>
            <p:ph type="title"/>
          </p:nvPr>
        </p:nvSpPr>
        <p:spPr>
          <a:xfrm>
            <a:off x="838200" y="18255"/>
            <a:ext cx="10515600" cy="1325563"/>
          </a:xfrm>
        </p:spPr>
        <p:txBody>
          <a:bodyPr/>
          <a:lstStyle/>
          <a:p>
            <a:r>
              <a:rPr lang="en-US" b="1" dirty="0"/>
              <a:t>Application tips </a:t>
            </a:r>
          </a:p>
        </p:txBody>
      </p:sp>
      <p:sp>
        <p:nvSpPr>
          <p:cNvPr id="4" name="Rectangle 3">
            <a:extLst>
              <a:ext uri="{FF2B5EF4-FFF2-40B4-BE49-F238E27FC236}">
                <a16:creationId xmlns:a16="http://schemas.microsoft.com/office/drawing/2014/main" id="{C4CB9D0B-6179-D107-7C3F-2E3C9AB28249}"/>
              </a:ext>
            </a:extLst>
          </p:cNvPr>
          <p:cNvSpPr/>
          <p:nvPr/>
        </p:nvSpPr>
        <p:spPr>
          <a:xfrm>
            <a:off x="130629" y="1008879"/>
            <a:ext cx="11930742" cy="1175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03458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C73894E-3B7E-FC56-E394-005A99EEC85B}"/>
              </a:ext>
            </a:extLst>
          </p:cNvPr>
          <p:cNvSpPr/>
          <p:nvPr/>
        </p:nvSpPr>
        <p:spPr>
          <a:xfrm>
            <a:off x="367200" y="3756001"/>
            <a:ext cx="10986599" cy="1432015"/>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A4C13D5-83A0-41BE-0782-C2123455C2A8}"/>
              </a:ext>
            </a:extLst>
          </p:cNvPr>
          <p:cNvSpPr>
            <a:spLocks noGrp="1"/>
          </p:cNvSpPr>
          <p:nvPr>
            <p:ph idx="1"/>
          </p:nvPr>
        </p:nvSpPr>
        <p:spPr>
          <a:xfrm>
            <a:off x="485502" y="1497783"/>
            <a:ext cx="10868297" cy="4351338"/>
          </a:xfrm>
        </p:spPr>
        <p:txBody>
          <a:bodyPr>
            <a:normAutofit/>
          </a:bodyPr>
          <a:lstStyle/>
          <a:p>
            <a:r>
              <a:rPr lang="en-US" dirty="0"/>
              <a:t>Premiums may be scheduled up to 28 days in advance</a:t>
            </a:r>
          </a:p>
          <a:p>
            <a:pPr lvl="1"/>
            <a:r>
              <a:rPr lang="en-US" dirty="0"/>
              <a:t>Hold dates for recurring payments may be the 1</a:t>
            </a:r>
            <a:r>
              <a:rPr lang="en-US" baseline="30000" dirty="0"/>
              <a:t>st</a:t>
            </a:r>
            <a:r>
              <a:rPr lang="en-US" dirty="0"/>
              <a:t> – 28</a:t>
            </a:r>
            <a:r>
              <a:rPr lang="en-US" baseline="30000" dirty="0"/>
              <a:t>th</a:t>
            </a:r>
            <a:r>
              <a:rPr lang="en-US" dirty="0"/>
              <a:t> of the month</a:t>
            </a:r>
          </a:p>
          <a:p>
            <a:pPr lvl="1"/>
            <a:endParaRPr lang="en-US" dirty="0"/>
          </a:p>
          <a:p>
            <a:r>
              <a:rPr lang="en-US" dirty="0"/>
              <a:t>Missed premiums can be collected from the agent portal at any time</a:t>
            </a:r>
          </a:p>
          <a:p>
            <a:pPr marL="0" indent="0">
              <a:buNone/>
            </a:pPr>
            <a:endParaRPr lang="en-US" dirty="0"/>
          </a:p>
          <a:p>
            <a:r>
              <a:rPr lang="en-US" dirty="0"/>
              <a:t>Third party premium payors are allowed</a:t>
            </a:r>
          </a:p>
          <a:p>
            <a:pPr lvl="1"/>
            <a:r>
              <a:rPr lang="en-US" dirty="0"/>
              <a:t>Payments may be made via ACH, credit card, debit card &amp; direct express</a:t>
            </a:r>
          </a:p>
          <a:p>
            <a:pPr lvl="1"/>
            <a:r>
              <a:rPr lang="en-US" dirty="0"/>
              <a:t>ONLY policies set to pay premiums on recurring ACH are advanced commissions</a:t>
            </a:r>
          </a:p>
          <a:p>
            <a:pPr marL="0" indent="0">
              <a:buNone/>
            </a:pPr>
            <a:endParaRPr lang="en-US" dirty="0"/>
          </a:p>
        </p:txBody>
      </p:sp>
      <p:sp>
        <p:nvSpPr>
          <p:cNvPr id="2" name="Title 1">
            <a:extLst>
              <a:ext uri="{FF2B5EF4-FFF2-40B4-BE49-F238E27FC236}">
                <a16:creationId xmlns:a16="http://schemas.microsoft.com/office/drawing/2014/main" id="{91BF8DB2-0ABA-5F8C-FBE5-DBDD87D9D329}"/>
              </a:ext>
            </a:extLst>
          </p:cNvPr>
          <p:cNvSpPr>
            <a:spLocks noGrp="1"/>
          </p:cNvSpPr>
          <p:nvPr>
            <p:ph type="title"/>
          </p:nvPr>
        </p:nvSpPr>
        <p:spPr>
          <a:xfrm>
            <a:off x="838200" y="18255"/>
            <a:ext cx="10515600" cy="1325563"/>
          </a:xfrm>
        </p:spPr>
        <p:txBody>
          <a:bodyPr/>
          <a:lstStyle/>
          <a:p>
            <a:r>
              <a:rPr lang="en-US" b="1" dirty="0"/>
              <a:t>Application tips </a:t>
            </a:r>
          </a:p>
        </p:txBody>
      </p:sp>
      <p:sp>
        <p:nvSpPr>
          <p:cNvPr id="4" name="Rectangle 3">
            <a:extLst>
              <a:ext uri="{FF2B5EF4-FFF2-40B4-BE49-F238E27FC236}">
                <a16:creationId xmlns:a16="http://schemas.microsoft.com/office/drawing/2014/main" id="{C4CB9D0B-6179-D107-7C3F-2E3C9AB28249}"/>
              </a:ext>
            </a:extLst>
          </p:cNvPr>
          <p:cNvSpPr/>
          <p:nvPr/>
        </p:nvSpPr>
        <p:spPr>
          <a:xfrm>
            <a:off x="130629" y="1008879"/>
            <a:ext cx="11930742" cy="1175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75898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36F0C6-6365-6D4A-2745-9D1858EEB521}"/>
              </a:ext>
            </a:extLst>
          </p:cNvPr>
          <p:cNvSpPr>
            <a:spLocks noGrp="1"/>
          </p:cNvSpPr>
          <p:nvPr>
            <p:ph type="title"/>
          </p:nvPr>
        </p:nvSpPr>
        <p:spPr>
          <a:xfrm>
            <a:off x="836675" y="18645"/>
            <a:ext cx="10515600" cy="1133499"/>
          </a:xfrm>
        </p:spPr>
        <p:txBody>
          <a:bodyPr>
            <a:normAutofit/>
          </a:bodyPr>
          <a:lstStyle/>
          <a:p>
            <a:pPr algn="ctr"/>
            <a:r>
              <a:rPr lang="en-US" sz="5200" b="1" dirty="0"/>
              <a:t>Tele-Sales  / Call Center Sales</a:t>
            </a:r>
          </a:p>
        </p:txBody>
      </p:sp>
      <p:sp>
        <p:nvSpPr>
          <p:cNvPr id="4" name="Rounded Rectangle 3">
            <a:extLst>
              <a:ext uri="{FF2B5EF4-FFF2-40B4-BE49-F238E27FC236}">
                <a16:creationId xmlns:a16="http://schemas.microsoft.com/office/drawing/2014/main" id="{A4A86F4D-25FB-51CF-812D-F31CA81DD11A}"/>
              </a:ext>
            </a:extLst>
          </p:cNvPr>
          <p:cNvSpPr/>
          <p:nvPr/>
        </p:nvSpPr>
        <p:spPr>
          <a:xfrm>
            <a:off x="0" y="2135324"/>
            <a:ext cx="2140500" cy="2650054"/>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Content Placeholder 2">
            <a:extLst>
              <a:ext uri="{FF2B5EF4-FFF2-40B4-BE49-F238E27FC236}">
                <a16:creationId xmlns:a16="http://schemas.microsoft.com/office/drawing/2014/main" id="{9F4139A3-5A01-68CA-4026-ABF7AA34C306}"/>
              </a:ext>
            </a:extLst>
          </p:cNvPr>
          <p:cNvGraphicFramePr>
            <a:graphicFrameLocks noGrp="1"/>
          </p:cNvGraphicFramePr>
          <p:nvPr>
            <p:ph idx="1"/>
            <p:extLst>
              <p:ext uri="{D42A27DB-BD31-4B8C-83A1-F6EECF244321}">
                <p14:modId xmlns:p14="http://schemas.microsoft.com/office/powerpoint/2010/main" val="4104560735"/>
              </p:ext>
            </p:extLst>
          </p:nvPr>
        </p:nvGraphicFramePr>
        <p:xfrm>
          <a:off x="130629" y="1828800"/>
          <a:ext cx="12058322"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5">
            <a:extLst>
              <a:ext uri="{FF2B5EF4-FFF2-40B4-BE49-F238E27FC236}">
                <a16:creationId xmlns:a16="http://schemas.microsoft.com/office/drawing/2014/main" id="{E86B664B-8CD9-4D84-8F6F-D5DA2DBADF6A}"/>
              </a:ext>
            </a:extLst>
          </p:cNvPr>
          <p:cNvSpPr/>
          <p:nvPr/>
        </p:nvSpPr>
        <p:spPr>
          <a:xfrm>
            <a:off x="130629" y="1008879"/>
            <a:ext cx="11930742" cy="1175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93842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36F0C6-6365-6D4A-2745-9D1858EEB521}"/>
              </a:ext>
            </a:extLst>
          </p:cNvPr>
          <p:cNvSpPr>
            <a:spLocks noGrp="1"/>
          </p:cNvSpPr>
          <p:nvPr>
            <p:ph type="title"/>
          </p:nvPr>
        </p:nvSpPr>
        <p:spPr>
          <a:xfrm>
            <a:off x="836675" y="18645"/>
            <a:ext cx="10515600" cy="1133499"/>
          </a:xfrm>
        </p:spPr>
        <p:txBody>
          <a:bodyPr>
            <a:normAutofit/>
          </a:bodyPr>
          <a:lstStyle/>
          <a:p>
            <a:pPr algn="ctr"/>
            <a:r>
              <a:rPr lang="en-US" sz="5200" b="1" dirty="0"/>
              <a:t>Tele-Sales  / Call Center Sales</a:t>
            </a:r>
          </a:p>
        </p:txBody>
      </p:sp>
      <p:sp>
        <p:nvSpPr>
          <p:cNvPr id="3" name="Rounded Rectangle 2">
            <a:extLst>
              <a:ext uri="{FF2B5EF4-FFF2-40B4-BE49-F238E27FC236}">
                <a16:creationId xmlns:a16="http://schemas.microsoft.com/office/drawing/2014/main" id="{6234456E-6500-E2E8-C606-EF9291DE988B}"/>
              </a:ext>
            </a:extLst>
          </p:cNvPr>
          <p:cNvSpPr/>
          <p:nvPr/>
        </p:nvSpPr>
        <p:spPr>
          <a:xfrm>
            <a:off x="2325187" y="2103973"/>
            <a:ext cx="2140500" cy="2650054"/>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Content Placeholder 2">
            <a:extLst>
              <a:ext uri="{FF2B5EF4-FFF2-40B4-BE49-F238E27FC236}">
                <a16:creationId xmlns:a16="http://schemas.microsoft.com/office/drawing/2014/main" id="{9F4139A3-5A01-68CA-4026-ABF7AA34C306}"/>
              </a:ext>
            </a:extLst>
          </p:cNvPr>
          <p:cNvGraphicFramePr>
            <a:graphicFrameLocks noGrp="1"/>
          </p:cNvGraphicFramePr>
          <p:nvPr>
            <p:ph idx="1"/>
          </p:nvPr>
        </p:nvGraphicFramePr>
        <p:xfrm>
          <a:off x="130629" y="1828800"/>
          <a:ext cx="12058322"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angle 3">
            <a:extLst>
              <a:ext uri="{FF2B5EF4-FFF2-40B4-BE49-F238E27FC236}">
                <a16:creationId xmlns:a16="http://schemas.microsoft.com/office/drawing/2014/main" id="{D7C3875C-328D-0A2A-0331-E33F9B06C0D5}"/>
              </a:ext>
            </a:extLst>
          </p:cNvPr>
          <p:cNvSpPr/>
          <p:nvPr/>
        </p:nvSpPr>
        <p:spPr>
          <a:xfrm>
            <a:off x="130629" y="1008879"/>
            <a:ext cx="11930742" cy="1175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60305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36F0C6-6365-6D4A-2745-9D1858EEB521}"/>
              </a:ext>
            </a:extLst>
          </p:cNvPr>
          <p:cNvSpPr>
            <a:spLocks noGrp="1"/>
          </p:cNvSpPr>
          <p:nvPr>
            <p:ph type="title"/>
          </p:nvPr>
        </p:nvSpPr>
        <p:spPr>
          <a:xfrm>
            <a:off x="836675" y="18645"/>
            <a:ext cx="10515600" cy="1133499"/>
          </a:xfrm>
        </p:spPr>
        <p:txBody>
          <a:bodyPr>
            <a:normAutofit/>
          </a:bodyPr>
          <a:lstStyle/>
          <a:p>
            <a:pPr algn="ctr"/>
            <a:r>
              <a:rPr lang="en-US" sz="5200" b="1" dirty="0"/>
              <a:t>Tele-Sales  / Call Center Sales</a:t>
            </a:r>
          </a:p>
        </p:txBody>
      </p:sp>
      <p:sp>
        <p:nvSpPr>
          <p:cNvPr id="3" name="Rounded Rectangle 2">
            <a:extLst>
              <a:ext uri="{FF2B5EF4-FFF2-40B4-BE49-F238E27FC236}">
                <a16:creationId xmlns:a16="http://schemas.microsoft.com/office/drawing/2014/main" id="{D912F1A3-EA8A-5EAB-CBBE-3188A0117EBF}"/>
              </a:ext>
            </a:extLst>
          </p:cNvPr>
          <p:cNvSpPr/>
          <p:nvPr/>
        </p:nvSpPr>
        <p:spPr>
          <a:xfrm>
            <a:off x="4624250" y="2103973"/>
            <a:ext cx="2140500" cy="2650054"/>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Content Placeholder 2">
            <a:extLst>
              <a:ext uri="{FF2B5EF4-FFF2-40B4-BE49-F238E27FC236}">
                <a16:creationId xmlns:a16="http://schemas.microsoft.com/office/drawing/2014/main" id="{9F4139A3-5A01-68CA-4026-ABF7AA34C306}"/>
              </a:ext>
            </a:extLst>
          </p:cNvPr>
          <p:cNvGraphicFramePr>
            <a:graphicFrameLocks noGrp="1"/>
          </p:cNvGraphicFramePr>
          <p:nvPr>
            <p:ph idx="1"/>
            <p:extLst>
              <p:ext uri="{D42A27DB-BD31-4B8C-83A1-F6EECF244321}">
                <p14:modId xmlns:p14="http://schemas.microsoft.com/office/powerpoint/2010/main" val="3002076870"/>
              </p:ext>
            </p:extLst>
          </p:nvPr>
        </p:nvGraphicFramePr>
        <p:xfrm>
          <a:off x="130629" y="1828800"/>
          <a:ext cx="12058322"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angle 3">
            <a:extLst>
              <a:ext uri="{FF2B5EF4-FFF2-40B4-BE49-F238E27FC236}">
                <a16:creationId xmlns:a16="http://schemas.microsoft.com/office/drawing/2014/main" id="{55F8300D-9E07-5054-0D52-B840712D3297}"/>
              </a:ext>
            </a:extLst>
          </p:cNvPr>
          <p:cNvSpPr/>
          <p:nvPr/>
        </p:nvSpPr>
        <p:spPr>
          <a:xfrm>
            <a:off x="130629" y="1008879"/>
            <a:ext cx="11930742" cy="1175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85656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8BF7BAE1-B5D5-F5F5-82F0-E8A6529885B6}"/>
              </a:ext>
            </a:extLst>
          </p:cNvPr>
          <p:cNvSpPr/>
          <p:nvPr/>
        </p:nvSpPr>
        <p:spPr>
          <a:xfrm>
            <a:off x="6831874" y="2103973"/>
            <a:ext cx="2521132" cy="343467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Content Placeholder 2">
            <a:extLst>
              <a:ext uri="{FF2B5EF4-FFF2-40B4-BE49-F238E27FC236}">
                <a16:creationId xmlns:a16="http://schemas.microsoft.com/office/drawing/2014/main" id="{9F4139A3-5A01-68CA-4026-ABF7AA34C306}"/>
              </a:ext>
            </a:extLst>
          </p:cNvPr>
          <p:cNvGraphicFramePr>
            <a:graphicFrameLocks noGrp="1"/>
          </p:cNvGraphicFramePr>
          <p:nvPr>
            <p:ph idx="1"/>
          </p:nvPr>
        </p:nvGraphicFramePr>
        <p:xfrm>
          <a:off x="130629" y="1828800"/>
          <a:ext cx="12058322"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angle 3">
            <a:extLst>
              <a:ext uri="{FF2B5EF4-FFF2-40B4-BE49-F238E27FC236}">
                <a16:creationId xmlns:a16="http://schemas.microsoft.com/office/drawing/2014/main" id="{48E03B97-F141-DF62-C770-B599E21CAE1C}"/>
              </a:ext>
            </a:extLst>
          </p:cNvPr>
          <p:cNvSpPr/>
          <p:nvPr/>
        </p:nvSpPr>
        <p:spPr>
          <a:xfrm>
            <a:off x="130629" y="1008879"/>
            <a:ext cx="11930742" cy="1175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0EB46BBF-7099-D92B-935C-3121DAA77D3A}"/>
              </a:ext>
            </a:extLst>
          </p:cNvPr>
          <p:cNvSpPr>
            <a:spLocks noGrp="1"/>
          </p:cNvSpPr>
          <p:nvPr>
            <p:ph type="title"/>
          </p:nvPr>
        </p:nvSpPr>
        <p:spPr>
          <a:xfrm>
            <a:off x="836675" y="18645"/>
            <a:ext cx="10515600" cy="1133499"/>
          </a:xfrm>
        </p:spPr>
        <p:txBody>
          <a:bodyPr>
            <a:normAutofit/>
          </a:bodyPr>
          <a:lstStyle/>
          <a:p>
            <a:pPr algn="ctr"/>
            <a:r>
              <a:rPr lang="en-US" sz="5200" b="1" dirty="0"/>
              <a:t>Tele-Sales  / Call Center Sales</a:t>
            </a:r>
          </a:p>
        </p:txBody>
      </p:sp>
    </p:spTree>
    <p:extLst>
      <p:ext uri="{BB962C8B-B14F-4D97-AF65-F5344CB8AC3E}">
        <p14:creationId xmlns:p14="http://schemas.microsoft.com/office/powerpoint/2010/main" val="4888859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8BF7BAE1-B5D5-F5F5-82F0-E8A6529885B6}"/>
              </a:ext>
            </a:extLst>
          </p:cNvPr>
          <p:cNvSpPr/>
          <p:nvPr/>
        </p:nvSpPr>
        <p:spPr>
          <a:xfrm>
            <a:off x="9540239" y="2044311"/>
            <a:ext cx="2521132" cy="343467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Content Placeholder 2">
            <a:extLst>
              <a:ext uri="{FF2B5EF4-FFF2-40B4-BE49-F238E27FC236}">
                <a16:creationId xmlns:a16="http://schemas.microsoft.com/office/drawing/2014/main" id="{9F4139A3-5A01-68CA-4026-ABF7AA34C306}"/>
              </a:ext>
            </a:extLst>
          </p:cNvPr>
          <p:cNvGraphicFramePr>
            <a:graphicFrameLocks noGrp="1"/>
          </p:cNvGraphicFramePr>
          <p:nvPr>
            <p:ph idx="1"/>
          </p:nvPr>
        </p:nvGraphicFramePr>
        <p:xfrm>
          <a:off x="130629" y="1828800"/>
          <a:ext cx="12058322"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angle 3">
            <a:extLst>
              <a:ext uri="{FF2B5EF4-FFF2-40B4-BE49-F238E27FC236}">
                <a16:creationId xmlns:a16="http://schemas.microsoft.com/office/drawing/2014/main" id="{80B14BC6-F348-5845-C19B-3955D6B7DCCF}"/>
              </a:ext>
            </a:extLst>
          </p:cNvPr>
          <p:cNvSpPr/>
          <p:nvPr/>
        </p:nvSpPr>
        <p:spPr>
          <a:xfrm>
            <a:off x="130629" y="1008879"/>
            <a:ext cx="11930742" cy="1175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00305C56-13CC-FFD4-C625-929398B8FB3A}"/>
              </a:ext>
            </a:extLst>
          </p:cNvPr>
          <p:cNvSpPr>
            <a:spLocks noGrp="1"/>
          </p:cNvSpPr>
          <p:nvPr>
            <p:ph type="title"/>
          </p:nvPr>
        </p:nvSpPr>
        <p:spPr>
          <a:xfrm>
            <a:off x="836675" y="18645"/>
            <a:ext cx="10515600" cy="1133499"/>
          </a:xfrm>
        </p:spPr>
        <p:txBody>
          <a:bodyPr>
            <a:normAutofit/>
          </a:bodyPr>
          <a:lstStyle/>
          <a:p>
            <a:pPr algn="ctr"/>
            <a:r>
              <a:rPr lang="en-US" sz="5200" b="1" dirty="0"/>
              <a:t>Tele-Sales  / Call Center Sales</a:t>
            </a:r>
          </a:p>
        </p:txBody>
      </p:sp>
    </p:spTree>
    <p:extLst>
      <p:ext uri="{BB962C8B-B14F-4D97-AF65-F5344CB8AC3E}">
        <p14:creationId xmlns:p14="http://schemas.microsoft.com/office/powerpoint/2010/main" val="17516484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F8DB2-0ABA-5F8C-FBE5-DBDD87D9D329}"/>
              </a:ext>
            </a:extLst>
          </p:cNvPr>
          <p:cNvSpPr>
            <a:spLocks noGrp="1"/>
          </p:cNvSpPr>
          <p:nvPr>
            <p:ph type="title"/>
          </p:nvPr>
        </p:nvSpPr>
        <p:spPr>
          <a:xfrm>
            <a:off x="838200" y="18255"/>
            <a:ext cx="10515600" cy="1325563"/>
          </a:xfrm>
        </p:spPr>
        <p:txBody>
          <a:bodyPr/>
          <a:lstStyle/>
          <a:p>
            <a:r>
              <a:rPr lang="en-US" b="1" dirty="0"/>
              <a:t>Commissions</a:t>
            </a:r>
          </a:p>
        </p:txBody>
      </p:sp>
      <p:sp>
        <p:nvSpPr>
          <p:cNvPr id="3" name="Content Placeholder 2">
            <a:extLst>
              <a:ext uri="{FF2B5EF4-FFF2-40B4-BE49-F238E27FC236}">
                <a16:creationId xmlns:a16="http://schemas.microsoft.com/office/drawing/2014/main" id="{6A4C13D5-83A0-41BE-0782-C2123455C2A8}"/>
              </a:ext>
            </a:extLst>
          </p:cNvPr>
          <p:cNvSpPr>
            <a:spLocks noGrp="1"/>
          </p:cNvSpPr>
          <p:nvPr>
            <p:ph idx="1"/>
          </p:nvPr>
        </p:nvSpPr>
        <p:spPr>
          <a:xfrm>
            <a:off x="485502" y="1497783"/>
            <a:ext cx="10868297" cy="4351338"/>
          </a:xfrm>
        </p:spPr>
        <p:txBody>
          <a:bodyPr>
            <a:normAutofit/>
          </a:bodyPr>
          <a:lstStyle/>
          <a:p>
            <a:r>
              <a:rPr lang="en-US" dirty="0"/>
              <a:t>Advances paid on recurring ACH, all others paid as-earned</a:t>
            </a:r>
          </a:p>
          <a:p>
            <a:pPr lvl="1"/>
            <a:r>
              <a:rPr lang="en-US" dirty="0"/>
              <a:t>Hold dates for recurring payments may be the 1</a:t>
            </a:r>
            <a:r>
              <a:rPr lang="en-US" baseline="30000" dirty="0"/>
              <a:t>st</a:t>
            </a:r>
            <a:r>
              <a:rPr lang="en-US" dirty="0"/>
              <a:t> – 28</a:t>
            </a:r>
            <a:r>
              <a:rPr lang="en-US" baseline="30000" dirty="0"/>
              <a:t>th</a:t>
            </a:r>
            <a:r>
              <a:rPr lang="en-US" dirty="0"/>
              <a:t> of the month</a:t>
            </a:r>
          </a:p>
          <a:p>
            <a:pPr lvl="1"/>
            <a:endParaRPr lang="en-US" dirty="0"/>
          </a:p>
          <a:p>
            <a:r>
              <a:rPr lang="en-US" dirty="0"/>
              <a:t>Six month advance with change backs debited from as-earned payments</a:t>
            </a:r>
          </a:p>
          <a:p>
            <a:pPr marL="0" indent="0">
              <a:buNone/>
            </a:pPr>
            <a:endParaRPr lang="en-US" dirty="0"/>
          </a:p>
          <a:p>
            <a:r>
              <a:rPr lang="en-US" dirty="0"/>
              <a:t>Commissions are paid each Friday for business </a:t>
            </a:r>
            <a:r>
              <a:rPr lang="en-US" u="sng" dirty="0"/>
              <a:t>settled</a:t>
            </a:r>
            <a:r>
              <a:rPr lang="en-US" dirty="0"/>
              <a:t> (1</a:t>
            </a:r>
            <a:r>
              <a:rPr lang="en-US" baseline="30000" dirty="0"/>
              <a:t>st</a:t>
            </a:r>
            <a:r>
              <a:rPr lang="en-US" dirty="0"/>
              <a:t> premium payment is successful) between the previous Wednesday – Tuesday. </a:t>
            </a:r>
          </a:p>
          <a:p>
            <a:pPr lvl="1"/>
            <a:r>
              <a:rPr lang="en-US" dirty="0"/>
              <a:t>Policies with a first successful draft between 7/5 – 7/11 will be paid 7/14</a:t>
            </a:r>
          </a:p>
          <a:p>
            <a:pPr marL="0" indent="0">
              <a:buNone/>
            </a:pPr>
            <a:endParaRPr lang="en-US" dirty="0"/>
          </a:p>
        </p:txBody>
      </p:sp>
      <p:sp>
        <p:nvSpPr>
          <p:cNvPr id="4" name="Rectangle 3">
            <a:extLst>
              <a:ext uri="{FF2B5EF4-FFF2-40B4-BE49-F238E27FC236}">
                <a16:creationId xmlns:a16="http://schemas.microsoft.com/office/drawing/2014/main" id="{C4CB9D0B-6179-D107-7C3F-2E3C9AB28249}"/>
              </a:ext>
            </a:extLst>
          </p:cNvPr>
          <p:cNvSpPr/>
          <p:nvPr/>
        </p:nvSpPr>
        <p:spPr>
          <a:xfrm>
            <a:off x="130629" y="1008879"/>
            <a:ext cx="11930742" cy="1175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alendar with numbers and a date&#10;&#10;Description automatically generated">
            <a:extLst>
              <a:ext uri="{FF2B5EF4-FFF2-40B4-BE49-F238E27FC236}">
                <a16:creationId xmlns:a16="http://schemas.microsoft.com/office/drawing/2014/main" id="{9BE8FDDB-92FC-9023-CDCC-FA8F99D51C95}"/>
              </a:ext>
            </a:extLst>
          </p:cNvPr>
          <p:cNvPicPr>
            <a:picLocks noChangeAspect="1"/>
          </p:cNvPicPr>
          <p:nvPr/>
        </p:nvPicPr>
        <p:blipFill>
          <a:blip r:embed="rId2"/>
          <a:stretch>
            <a:fillRect/>
          </a:stretch>
        </p:blipFill>
        <p:spPr>
          <a:xfrm>
            <a:off x="3408178" y="5135129"/>
            <a:ext cx="4268529" cy="1552192"/>
          </a:xfrm>
          <a:prstGeom prst="rect">
            <a:avLst/>
          </a:prstGeom>
        </p:spPr>
      </p:pic>
    </p:spTree>
    <p:extLst>
      <p:ext uri="{BB962C8B-B14F-4D97-AF65-F5344CB8AC3E}">
        <p14:creationId xmlns:p14="http://schemas.microsoft.com/office/powerpoint/2010/main" val="39798989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4C13D5-83A0-41BE-0782-C2123455C2A8}"/>
              </a:ext>
            </a:extLst>
          </p:cNvPr>
          <p:cNvSpPr>
            <a:spLocks noGrp="1"/>
          </p:cNvSpPr>
          <p:nvPr>
            <p:ph idx="1"/>
          </p:nvPr>
        </p:nvSpPr>
        <p:spPr>
          <a:xfrm>
            <a:off x="485502" y="1497783"/>
            <a:ext cx="10868297" cy="4351338"/>
          </a:xfrm>
        </p:spPr>
        <p:txBody>
          <a:bodyPr>
            <a:normAutofit lnSpcReduction="10000"/>
          </a:bodyPr>
          <a:lstStyle/>
          <a:p>
            <a:pPr marL="0" indent="0">
              <a:buNone/>
            </a:pPr>
            <a:r>
              <a:rPr lang="en-US" dirty="0"/>
              <a:t>* Track pending lapses			* Collect missed premiums</a:t>
            </a:r>
          </a:p>
          <a:p>
            <a:pPr marL="0" indent="0">
              <a:buNone/>
            </a:pPr>
            <a:endParaRPr lang="en-US" dirty="0"/>
          </a:p>
          <a:p>
            <a:pPr marL="0" indent="0">
              <a:buNone/>
            </a:pPr>
            <a:r>
              <a:rPr lang="en-US" dirty="0"/>
              <a:t>* View policy payment status 		* View key policy information </a:t>
            </a:r>
          </a:p>
          <a:p>
            <a:pPr marL="0" indent="0">
              <a:buNone/>
            </a:pPr>
            <a:endParaRPr lang="en-US" dirty="0"/>
          </a:p>
          <a:p>
            <a:pPr marL="0" indent="0">
              <a:buNone/>
            </a:pPr>
            <a:r>
              <a:rPr lang="en-US" dirty="0"/>
              <a:t>* Track personal and agency production</a:t>
            </a:r>
          </a:p>
          <a:p>
            <a:pPr marL="0" indent="0">
              <a:buNone/>
            </a:pPr>
            <a:endParaRPr lang="en-US" dirty="0"/>
          </a:p>
          <a:p>
            <a:pPr marL="0" indent="0">
              <a:buNone/>
            </a:pPr>
            <a:r>
              <a:rPr lang="en-US" dirty="0"/>
              <a:t>* Export all reports to easily view in your CRM</a:t>
            </a:r>
          </a:p>
          <a:p>
            <a:pPr marL="0" indent="0">
              <a:buNone/>
            </a:pPr>
            <a:endParaRPr lang="en-US" dirty="0"/>
          </a:p>
          <a:p>
            <a:pPr marL="0" indent="0">
              <a:buNone/>
            </a:pPr>
            <a:r>
              <a:rPr lang="en-US" dirty="0">
                <a:hlinkClick r:id="rId2"/>
              </a:rPr>
              <a:t>https://cicaamerica.citizensinc.com/</a:t>
            </a:r>
            <a:endParaRPr lang="en-US" dirty="0"/>
          </a:p>
          <a:p>
            <a:endParaRPr lang="en-US" dirty="0"/>
          </a:p>
        </p:txBody>
      </p:sp>
      <p:sp>
        <p:nvSpPr>
          <p:cNvPr id="4" name="Rectangle 3">
            <a:extLst>
              <a:ext uri="{FF2B5EF4-FFF2-40B4-BE49-F238E27FC236}">
                <a16:creationId xmlns:a16="http://schemas.microsoft.com/office/drawing/2014/main" id="{C4CB9D0B-6179-D107-7C3F-2E3C9AB28249}"/>
              </a:ext>
            </a:extLst>
          </p:cNvPr>
          <p:cNvSpPr/>
          <p:nvPr/>
        </p:nvSpPr>
        <p:spPr>
          <a:xfrm>
            <a:off x="130629" y="1008879"/>
            <a:ext cx="11930742" cy="1175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ACE384C7-2B0F-58A3-0B75-011D0ED715AC}"/>
              </a:ext>
            </a:extLst>
          </p:cNvPr>
          <p:cNvSpPr>
            <a:spLocks noGrp="1"/>
          </p:cNvSpPr>
          <p:nvPr>
            <p:ph type="title"/>
          </p:nvPr>
        </p:nvSpPr>
        <p:spPr>
          <a:xfrm>
            <a:off x="838199" y="-13449"/>
            <a:ext cx="10515600" cy="1325563"/>
          </a:xfrm>
        </p:spPr>
        <p:txBody>
          <a:bodyPr/>
          <a:lstStyle/>
          <a:p>
            <a:r>
              <a:rPr lang="en-US" b="1" dirty="0"/>
              <a:t>CICA – Superior Choice Agent Portal</a:t>
            </a:r>
          </a:p>
        </p:txBody>
      </p:sp>
    </p:spTree>
    <p:extLst>
      <p:ext uri="{BB962C8B-B14F-4D97-AF65-F5344CB8AC3E}">
        <p14:creationId xmlns:p14="http://schemas.microsoft.com/office/powerpoint/2010/main" val="36220249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5" name="Rectangle 14">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304084-CC7D-6DD8-FBE8-F02E141FA01C}"/>
              </a:ext>
            </a:extLst>
          </p:cNvPr>
          <p:cNvSpPr>
            <a:spLocks noGrp="1"/>
          </p:cNvSpPr>
          <p:nvPr>
            <p:ph type="title"/>
          </p:nvPr>
        </p:nvSpPr>
        <p:spPr>
          <a:xfrm>
            <a:off x="1043631" y="873940"/>
            <a:ext cx="5052369" cy="1035781"/>
          </a:xfrm>
        </p:spPr>
        <p:txBody>
          <a:bodyPr anchor="ctr">
            <a:normAutofit fontScale="90000"/>
          </a:bodyPr>
          <a:lstStyle/>
          <a:p>
            <a:r>
              <a:rPr lang="en-US" sz="3600" b="1" dirty="0"/>
              <a:t>Download the mobile app!</a:t>
            </a:r>
          </a:p>
        </p:txBody>
      </p:sp>
      <p:sp>
        <p:nvSpPr>
          <p:cNvPr id="9" name="Content Placeholder 8">
            <a:extLst>
              <a:ext uri="{FF2B5EF4-FFF2-40B4-BE49-F238E27FC236}">
                <a16:creationId xmlns:a16="http://schemas.microsoft.com/office/drawing/2014/main" id="{5CE570B4-7691-0051-CC16-2F79769EE464}"/>
              </a:ext>
            </a:extLst>
          </p:cNvPr>
          <p:cNvSpPr>
            <a:spLocks noGrp="1"/>
          </p:cNvSpPr>
          <p:nvPr>
            <p:ph idx="1"/>
          </p:nvPr>
        </p:nvSpPr>
        <p:spPr>
          <a:xfrm>
            <a:off x="1045029" y="2524721"/>
            <a:ext cx="4991629" cy="3677123"/>
          </a:xfrm>
        </p:spPr>
        <p:txBody>
          <a:bodyPr anchor="ctr">
            <a:normAutofit/>
          </a:bodyPr>
          <a:lstStyle/>
          <a:p>
            <a:r>
              <a:rPr lang="en-US" sz="2000" dirty="0">
                <a:effectLst/>
                <a:latin typeface="TimesNewRomanPSMT"/>
              </a:rPr>
              <a:t>The CICA mobile app is available for download on any mobile device, tablet, or desktop. </a:t>
            </a:r>
          </a:p>
          <a:p>
            <a:pPr marL="0" indent="0">
              <a:buNone/>
            </a:pPr>
            <a:endParaRPr lang="en-US" sz="2000" dirty="0">
              <a:effectLst/>
              <a:latin typeface="TimesNewRomanPSMT"/>
            </a:endParaRPr>
          </a:p>
          <a:p>
            <a:r>
              <a:rPr lang="en-US" sz="2000" dirty="0">
                <a:latin typeface="TimesNewRomanPSMT"/>
              </a:rPr>
              <a:t>Download from your CICA agent portal.</a:t>
            </a:r>
          </a:p>
          <a:p>
            <a:pPr marL="0" indent="0">
              <a:buNone/>
            </a:pPr>
            <a:endParaRPr lang="en-US" sz="1400" dirty="0">
              <a:effectLst/>
            </a:endParaRPr>
          </a:p>
          <a:p>
            <a:r>
              <a:rPr lang="en-US" sz="2000" dirty="0">
                <a:effectLst/>
                <a:latin typeface="TimesNewRomanPSMT"/>
              </a:rPr>
              <a:t>The mobile apps ‘Offline Mode’ can be a great resource for agents working in remote areas with limited reception. </a:t>
            </a:r>
            <a:endParaRPr lang="en-US" sz="1400" dirty="0">
              <a:effectLst/>
            </a:endParaRPr>
          </a:p>
          <a:p>
            <a:endParaRPr lang="en-US" sz="1800" dirty="0"/>
          </a:p>
        </p:txBody>
      </p:sp>
      <p:sp>
        <p:nvSpPr>
          <p:cNvPr id="21" name="Rectangle 20">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computer&#10;&#10;Description automatically generated">
            <a:extLst>
              <a:ext uri="{FF2B5EF4-FFF2-40B4-BE49-F238E27FC236}">
                <a16:creationId xmlns:a16="http://schemas.microsoft.com/office/drawing/2014/main" id="{3AC1893E-B945-84B0-1B23-C44915A9194C}"/>
              </a:ext>
            </a:extLst>
          </p:cNvPr>
          <p:cNvPicPr>
            <a:picLocks noChangeAspect="1"/>
          </p:cNvPicPr>
          <p:nvPr/>
        </p:nvPicPr>
        <p:blipFill>
          <a:blip r:embed="rId2"/>
          <a:stretch>
            <a:fillRect/>
          </a:stretch>
        </p:blipFill>
        <p:spPr>
          <a:xfrm>
            <a:off x="6210672" y="157164"/>
            <a:ext cx="5341248" cy="6228860"/>
          </a:xfrm>
          <a:prstGeom prst="rect">
            <a:avLst/>
          </a:prstGeom>
        </p:spPr>
      </p:pic>
      <p:cxnSp>
        <p:nvCxnSpPr>
          <p:cNvPr id="23" name="Straight Connector 22">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82401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6D1A2CED-DA9B-4CCF-8215-CFC65FE71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5" name="Rectangle 54">
            <a:extLst>
              <a:ext uri="{FF2B5EF4-FFF2-40B4-BE49-F238E27FC236}">
                <a16:creationId xmlns:a16="http://schemas.microsoft.com/office/drawing/2014/main" id="{562DFC44-A40C-4573-9230-B3EDB3EC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260019"/>
            <a:ext cx="11167447"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7" name="Rectangle 56">
            <a:extLst>
              <a:ext uri="{FF2B5EF4-FFF2-40B4-BE49-F238E27FC236}">
                <a16:creationId xmlns:a16="http://schemas.microsoft.com/office/drawing/2014/main" id="{15589D35-CF9F-4DE9-A792-8571A09E9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658327"/>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8" name="Content Placeholder 2">
            <a:extLst>
              <a:ext uri="{FF2B5EF4-FFF2-40B4-BE49-F238E27FC236}">
                <a16:creationId xmlns:a16="http://schemas.microsoft.com/office/drawing/2014/main" id="{7CF44C50-07F8-52E7-ABE7-0268A1063206}"/>
              </a:ext>
            </a:extLst>
          </p:cNvPr>
          <p:cNvGraphicFramePr>
            <a:graphicFrameLocks noGrp="1"/>
          </p:cNvGraphicFramePr>
          <p:nvPr>
            <p:ph idx="1"/>
            <p:extLst>
              <p:ext uri="{D42A27DB-BD31-4B8C-83A1-F6EECF244321}">
                <p14:modId xmlns:p14="http://schemas.microsoft.com/office/powerpoint/2010/main" val="3513004163"/>
              </p:ext>
            </p:extLst>
          </p:nvPr>
        </p:nvGraphicFramePr>
        <p:xfrm>
          <a:off x="626850" y="285380"/>
          <a:ext cx="11098806" cy="59330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973263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Content Placeholder 8" descr="A blue and black logo&#10;&#10;Description automatically generated">
            <a:extLst>
              <a:ext uri="{FF2B5EF4-FFF2-40B4-BE49-F238E27FC236}">
                <a16:creationId xmlns:a16="http://schemas.microsoft.com/office/drawing/2014/main" id="{0D8B23AE-9B71-D584-6DB3-94BC538F21FF}"/>
              </a:ext>
            </a:extLst>
          </p:cNvPr>
          <p:cNvPicPr>
            <a:picLocks noGrp="1" noChangeAspect="1"/>
          </p:cNvPicPr>
          <p:nvPr>
            <p:ph idx="1"/>
          </p:nvPr>
        </p:nvPicPr>
        <p:blipFill rotWithShape="1">
          <a:blip r:embed="rId2"/>
          <a:srcRect l="10665" t="30291" r="9880" b="26509"/>
          <a:stretch/>
        </p:blipFill>
        <p:spPr>
          <a:xfrm>
            <a:off x="435671" y="1145908"/>
            <a:ext cx="11379891" cy="4640529"/>
          </a:xfrm>
          <a:prstGeom prst="rect">
            <a:avLst/>
          </a:prstGeom>
        </p:spPr>
      </p:pic>
    </p:spTree>
    <p:extLst>
      <p:ext uri="{BB962C8B-B14F-4D97-AF65-F5344CB8AC3E}">
        <p14:creationId xmlns:p14="http://schemas.microsoft.com/office/powerpoint/2010/main" val="138240853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2941</TotalTime>
  <Words>3425</Words>
  <Application>Microsoft Macintosh PowerPoint</Application>
  <PresentationFormat>Widescreen</PresentationFormat>
  <Paragraphs>278</Paragraphs>
  <Slides>45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Arial</vt:lpstr>
      <vt:lpstr>ArialMT</vt:lpstr>
      <vt:lpstr>Calibri</vt:lpstr>
      <vt:lpstr>Calibri Light</vt:lpstr>
      <vt:lpstr>TimesNewRomanPSMT</vt:lpstr>
      <vt:lpstr>Office Theme</vt:lpstr>
      <vt:lpstr>PowerPoint Presentation</vt:lpstr>
      <vt:lpstr>PowerPoint Presentation</vt:lpstr>
      <vt:lpstr>Additional Coverage</vt:lpstr>
      <vt:lpstr>PowerPoint Presentation</vt:lpstr>
      <vt:lpstr>Additional Coverage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Health Questions:</vt:lpstr>
      <vt:lpstr>Health Questions:</vt:lpstr>
      <vt:lpstr>Health Questions:</vt:lpstr>
      <vt:lpstr>Health Questions: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Application tips </vt:lpstr>
      <vt:lpstr>Application tips </vt:lpstr>
      <vt:lpstr>Application tips </vt:lpstr>
      <vt:lpstr>Application tips </vt:lpstr>
      <vt:lpstr>Application tips </vt:lpstr>
      <vt:lpstr>Application tips </vt:lpstr>
      <vt:lpstr>Application tips </vt:lpstr>
      <vt:lpstr>Application tips </vt:lpstr>
      <vt:lpstr>Application tips </vt:lpstr>
      <vt:lpstr>Application tips </vt:lpstr>
      <vt:lpstr>Tele-Sales  / Call Center Sales</vt:lpstr>
      <vt:lpstr>Tele-Sales  / Call Center Sales</vt:lpstr>
      <vt:lpstr>Tele-Sales  / Call Center Sales</vt:lpstr>
      <vt:lpstr>Tele-Sales  / Call Center Sales</vt:lpstr>
      <vt:lpstr>Tele-Sales  / Call Center Sales</vt:lpstr>
      <vt:lpstr>Commissions</vt:lpstr>
      <vt:lpstr>CICA – Superior Choice Agent Portal</vt:lpstr>
      <vt:lpstr>Download the mobile app!</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Becca Berry</dc:creator>
  <cp:lastModifiedBy>Becca Berry</cp:lastModifiedBy>
  <cp:revision>3</cp:revision>
  <dcterms:created xsi:type="dcterms:W3CDTF">2023-12-12T23:26:12Z</dcterms:created>
  <dcterms:modified xsi:type="dcterms:W3CDTF">2023-12-15T03:23:08Z</dcterms:modified>
</cp:coreProperties>
</file>